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342333-7DDC-4823-98BE-7D82240E9A8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5E1B4E2-3F41-4959-B4F1-190870BCD3C7}">
      <dgm:prSet/>
      <dgm:spPr/>
      <dgm:t>
        <a:bodyPr/>
        <a:lstStyle/>
        <a:p>
          <a:r>
            <a:rPr lang="en-US"/>
            <a:t>Fashion-MNIST is a benchmark dataset for image classification.</a:t>
          </a:r>
        </a:p>
      </dgm:t>
    </dgm:pt>
    <dgm:pt modelId="{6F122DC9-D009-4DD1-B646-F6ABE400EEFF}" type="parTrans" cxnId="{8AA7FB05-A0BE-4358-8C95-B33E7594175C}">
      <dgm:prSet/>
      <dgm:spPr/>
      <dgm:t>
        <a:bodyPr/>
        <a:lstStyle/>
        <a:p>
          <a:endParaRPr lang="en-US"/>
        </a:p>
      </dgm:t>
    </dgm:pt>
    <dgm:pt modelId="{55F66911-8A9C-4434-B604-1F7936162D06}" type="sibTrans" cxnId="{8AA7FB05-A0BE-4358-8C95-B33E7594175C}">
      <dgm:prSet/>
      <dgm:spPr/>
      <dgm:t>
        <a:bodyPr/>
        <a:lstStyle/>
        <a:p>
          <a:endParaRPr lang="en-US"/>
        </a:p>
      </dgm:t>
    </dgm:pt>
    <dgm:pt modelId="{D7C8DC58-850F-462D-B713-ED8FDBAD2059}">
      <dgm:prSet/>
      <dgm:spPr/>
      <dgm:t>
        <a:bodyPr/>
        <a:lstStyle/>
        <a:p>
          <a:r>
            <a:rPr lang="en-US"/>
            <a:t>It contains 70,000 grayscale images across 10 clothing categories.</a:t>
          </a:r>
        </a:p>
      </dgm:t>
    </dgm:pt>
    <dgm:pt modelId="{9C059069-CCCA-4431-BF13-D90EA81260F7}" type="parTrans" cxnId="{F0268657-000F-4483-A610-1387215E2C4C}">
      <dgm:prSet/>
      <dgm:spPr/>
      <dgm:t>
        <a:bodyPr/>
        <a:lstStyle/>
        <a:p>
          <a:endParaRPr lang="en-US"/>
        </a:p>
      </dgm:t>
    </dgm:pt>
    <dgm:pt modelId="{D0DEE9E6-8DF0-48B4-AAAD-2A82DD82BAFB}" type="sibTrans" cxnId="{F0268657-000F-4483-A610-1387215E2C4C}">
      <dgm:prSet/>
      <dgm:spPr/>
      <dgm:t>
        <a:bodyPr/>
        <a:lstStyle/>
        <a:p>
          <a:endParaRPr lang="en-US"/>
        </a:p>
      </dgm:t>
    </dgm:pt>
    <dgm:pt modelId="{14FD1A23-1AA5-4098-B08B-94F0822A4C41}">
      <dgm:prSet/>
      <dgm:spPr/>
      <dgm:t>
        <a:bodyPr/>
        <a:lstStyle/>
        <a:p>
          <a:r>
            <a:rPr lang="en-US"/>
            <a:t>Objective: Build and compare Artificial Neural Network (ANN) and Convolutional Neural Network (CNN) models.</a:t>
          </a:r>
        </a:p>
      </dgm:t>
    </dgm:pt>
    <dgm:pt modelId="{7D5176BA-968F-4191-AB69-01C06C3E7D16}" type="parTrans" cxnId="{B69CAE65-C399-4931-9B5C-24DD90271AE4}">
      <dgm:prSet/>
      <dgm:spPr/>
      <dgm:t>
        <a:bodyPr/>
        <a:lstStyle/>
        <a:p>
          <a:endParaRPr lang="en-US"/>
        </a:p>
      </dgm:t>
    </dgm:pt>
    <dgm:pt modelId="{13BAE67F-4933-46B3-A88C-15AD82854D9D}" type="sibTrans" cxnId="{B69CAE65-C399-4931-9B5C-24DD90271AE4}">
      <dgm:prSet/>
      <dgm:spPr/>
      <dgm:t>
        <a:bodyPr/>
        <a:lstStyle/>
        <a:p>
          <a:endParaRPr lang="en-US"/>
        </a:p>
      </dgm:t>
    </dgm:pt>
    <dgm:pt modelId="{B620D8D9-A72D-4D47-9ACA-F74C4044B596}">
      <dgm:prSet/>
      <dgm:spPr/>
      <dgm:t>
        <a:bodyPr/>
        <a:lstStyle/>
        <a:p>
          <a:r>
            <a:rPr lang="en-US"/>
            <a:t>Implementations carried out using TensorFlow/Keras.</a:t>
          </a:r>
        </a:p>
      </dgm:t>
    </dgm:pt>
    <dgm:pt modelId="{CD5CCEF3-9BD6-4D0E-8833-C032B74FDFC8}" type="parTrans" cxnId="{11628434-2595-4408-A7E3-EB700497718A}">
      <dgm:prSet/>
      <dgm:spPr/>
      <dgm:t>
        <a:bodyPr/>
        <a:lstStyle/>
        <a:p>
          <a:endParaRPr lang="en-US"/>
        </a:p>
      </dgm:t>
    </dgm:pt>
    <dgm:pt modelId="{2FAA4852-6785-4D96-8263-0DE3705C3D94}" type="sibTrans" cxnId="{11628434-2595-4408-A7E3-EB700497718A}">
      <dgm:prSet/>
      <dgm:spPr/>
      <dgm:t>
        <a:bodyPr/>
        <a:lstStyle/>
        <a:p>
          <a:endParaRPr lang="en-US"/>
        </a:p>
      </dgm:t>
    </dgm:pt>
    <dgm:pt modelId="{3374F236-8D55-4C74-ACBF-21EBB84807AE}" type="pres">
      <dgm:prSet presAssocID="{D0342333-7DDC-4823-98BE-7D82240E9A8A}" presName="linear" presStyleCnt="0">
        <dgm:presLayoutVars>
          <dgm:animLvl val="lvl"/>
          <dgm:resizeHandles val="exact"/>
        </dgm:presLayoutVars>
      </dgm:prSet>
      <dgm:spPr/>
    </dgm:pt>
    <dgm:pt modelId="{7CA46279-D010-448F-9F34-6960E5017FC4}" type="pres">
      <dgm:prSet presAssocID="{65E1B4E2-3F41-4959-B4F1-190870BCD3C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CE6947-CEB0-4B81-8F15-25B930AF4825}" type="pres">
      <dgm:prSet presAssocID="{55F66911-8A9C-4434-B604-1F7936162D06}" presName="spacer" presStyleCnt="0"/>
      <dgm:spPr/>
    </dgm:pt>
    <dgm:pt modelId="{F4412416-ADFE-4CB1-94E7-B7DE1C572D20}" type="pres">
      <dgm:prSet presAssocID="{D7C8DC58-850F-462D-B713-ED8FDBAD20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2398158-36B1-4CE4-BC69-5FF7444BF312}" type="pres">
      <dgm:prSet presAssocID="{D0DEE9E6-8DF0-48B4-AAAD-2A82DD82BAFB}" presName="spacer" presStyleCnt="0"/>
      <dgm:spPr/>
    </dgm:pt>
    <dgm:pt modelId="{68229742-5F58-4F66-A927-0BE721CD0E53}" type="pres">
      <dgm:prSet presAssocID="{14FD1A23-1AA5-4098-B08B-94F0822A4C4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E4A5D11-B905-4104-8FE0-4FA97008C0A9}" type="pres">
      <dgm:prSet presAssocID="{13BAE67F-4933-46B3-A88C-15AD82854D9D}" presName="spacer" presStyleCnt="0"/>
      <dgm:spPr/>
    </dgm:pt>
    <dgm:pt modelId="{7EA0444A-13F4-425B-A7BA-245E64013C25}" type="pres">
      <dgm:prSet presAssocID="{B620D8D9-A72D-4D47-9ACA-F74C4044B59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AA7FB05-A0BE-4358-8C95-B33E7594175C}" srcId="{D0342333-7DDC-4823-98BE-7D82240E9A8A}" destId="{65E1B4E2-3F41-4959-B4F1-190870BCD3C7}" srcOrd="0" destOrd="0" parTransId="{6F122DC9-D009-4DD1-B646-F6ABE400EEFF}" sibTransId="{55F66911-8A9C-4434-B604-1F7936162D06}"/>
    <dgm:cxn modelId="{4AA02B27-82EA-4795-9BC2-E9663E3E484C}" type="presOf" srcId="{65E1B4E2-3F41-4959-B4F1-190870BCD3C7}" destId="{7CA46279-D010-448F-9F34-6960E5017FC4}" srcOrd="0" destOrd="0" presId="urn:microsoft.com/office/officeart/2005/8/layout/vList2"/>
    <dgm:cxn modelId="{11628434-2595-4408-A7E3-EB700497718A}" srcId="{D0342333-7DDC-4823-98BE-7D82240E9A8A}" destId="{B620D8D9-A72D-4D47-9ACA-F74C4044B596}" srcOrd="3" destOrd="0" parTransId="{CD5CCEF3-9BD6-4D0E-8833-C032B74FDFC8}" sibTransId="{2FAA4852-6785-4D96-8263-0DE3705C3D94}"/>
    <dgm:cxn modelId="{088DDB37-5004-4EBA-B959-52E177D5B9FE}" type="presOf" srcId="{14FD1A23-1AA5-4098-B08B-94F0822A4C41}" destId="{68229742-5F58-4F66-A927-0BE721CD0E53}" srcOrd="0" destOrd="0" presId="urn:microsoft.com/office/officeart/2005/8/layout/vList2"/>
    <dgm:cxn modelId="{B69CAE65-C399-4931-9B5C-24DD90271AE4}" srcId="{D0342333-7DDC-4823-98BE-7D82240E9A8A}" destId="{14FD1A23-1AA5-4098-B08B-94F0822A4C41}" srcOrd="2" destOrd="0" parTransId="{7D5176BA-968F-4191-AB69-01C06C3E7D16}" sibTransId="{13BAE67F-4933-46B3-A88C-15AD82854D9D}"/>
    <dgm:cxn modelId="{02134C56-46FB-4C67-9586-FFA169D8D460}" type="presOf" srcId="{D0342333-7DDC-4823-98BE-7D82240E9A8A}" destId="{3374F236-8D55-4C74-ACBF-21EBB84807AE}" srcOrd="0" destOrd="0" presId="urn:microsoft.com/office/officeart/2005/8/layout/vList2"/>
    <dgm:cxn modelId="{F0268657-000F-4483-A610-1387215E2C4C}" srcId="{D0342333-7DDC-4823-98BE-7D82240E9A8A}" destId="{D7C8DC58-850F-462D-B713-ED8FDBAD2059}" srcOrd="1" destOrd="0" parTransId="{9C059069-CCCA-4431-BF13-D90EA81260F7}" sibTransId="{D0DEE9E6-8DF0-48B4-AAAD-2A82DD82BAFB}"/>
    <dgm:cxn modelId="{609A6C8B-C626-433E-964F-305FBAF2C040}" type="presOf" srcId="{D7C8DC58-850F-462D-B713-ED8FDBAD2059}" destId="{F4412416-ADFE-4CB1-94E7-B7DE1C572D20}" srcOrd="0" destOrd="0" presId="urn:microsoft.com/office/officeart/2005/8/layout/vList2"/>
    <dgm:cxn modelId="{34F7B6DC-AC56-4DB4-B197-50843BEF340A}" type="presOf" srcId="{B620D8D9-A72D-4D47-9ACA-F74C4044B596}" destId="{7EA0444A-13F4-425B-A7BA-245E64013C25}" srcOrd="0" destOrd="0" presId="urn:microsoft.com/office/officeart/2005/8/layout/vList2"/>
    <dgm:cxn modelId="{DE621EE5-0F19-48EE-9467-C86CB3BA5DA5}" type="presParOf" srcId="{3374F236-8D55-4C74-ACBF-21EBB84807AE}" destId="{7CA46279-D010-448F-9F34-6960E5017FC4}" srcOrd="0" destOrd="0" presId="urn:microsoft.com/office/officeart/2005/8/layout/vList2"/>
    <dgm:cxn modelId="{D9A8003A-6747-4915-A209-8ACEA39E017F}" type="presParOf" srcId="{3374F236-8D55-4C74-ACBF-21EBB84807AE}" destId="{52CE6947-CEB0-4B81-8F15-25B930AF4825}" srcOrd="1" destOrd="0" presId="urn:microsoft.com/office/officeart/2005/8/layout/vList2"/>
    <dgm:cxn modelId="{D1CDA20E-6857-45FD-BB60-BECB478CACFD}" type="presParOf" srcId="{3374F236-8D55-4C74-ACBF-21EBB84807AE}" destId="{F4412416-ADFE-4CB1-94E7-B7DE1C572D20}" srcOrd="2" destOrd="0" presId="urn:microsoft.com/office/officeart/2005/8/layout/vList2"/>
    <dgm:cxn modelId="{522344F0-BDA5-4341-B1ED-CC28F146535B}" type="presParOf" srcId="{3374F236-8D55-4C74-ACBF-21EBB84807AE}" destId="{32398158-36B1-4CE4-BC69-5FF7444BF312}" srcOrd="3" destOrd="0" presId="urn:microsoft.com/office/officeart/2005/8/layout/vList2"/>
    <dgm:cxn modelId="{5F916E90-5CAE-4290-AFE0-A75CE4B93723}" type="presParOf" srcId="{3374F236-8D55-4C74-ACBF-21EBB84807AE}" destId="{68229742-5F58-4F66-A927-0BE721CD0E53}" srcOrd="4" destOrd="0" presId="urn:microsoft.com/office/officeart/2005/8/layout/vList2"/>
    <dgm:cxn modelId="{79E37669-4093-4F61-97BE-B41E9AF52EC7}" type="presParOf" srcId="{3374F236-8D55-4C74-ACBF-21EBB84807AE}" destId="{2E4A5D11-B905-4104-8FE0-4FA97008C0A9}" srcOrd="5" destOrd="0" presId="urn:microsoft.com/office/officeart/2005/8/layout/vList2"/>
    <dgm:cxn modelId="{EBA7674E-1987-4A4E-9FEC-6C272F753F22}" type="presParOf" srcId="{3374F236-8D55-4C74-ACBF-21EBB84807AE}" destId="{7EA0444A-13F4-425B-A7BA-245E64013C2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76F0FE-3ADD-4373-888D-2553C31F620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E166606-CDEF-46E1-9ED1-CB00866E73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 ANN and CNN models for Fashion-MNIST classification.</a:t>
          </a:r>
        </a:p>
      </dgm:t>
    </dgm:pt>
    <dgm:pt modelId="{AA6AB422-23DF-42B0-A4BB-0CE23EB7E629}" type="parTrans" cxnId="{9B482D8E-1BFA-49D1-B130-503C0592B388}">
      <dgm:prSet/>
      <dgm:spPr/>
      <dgm:t>
        <a:bodyPr/>
        <a:lstStyle/>
        <a:p>
          <a:endParaRPr lang="en-US"/>
        </a:p>
      </dgm:t>
    </dgm:pt>
    <dgm:pt modelId="{728EF778-BDDF-41F5-98DE-FC52C6A830E3}" type="sibTrans" cxnId="{9B482D8E-1BFA-49D1-B130-503C0592B38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BD80611-28B1-4F91-92B1-7C538489FF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Preprocess image data and split into training, validation, and test sets.</a:t>
          </a:r>
        </a:p>
      </dgm:t>
    </dgm:pt>
    <dgm:pt modelId="{BAE7B089-AEBE-49B1-8AE0-F12DB27B054E}" type="parTrans" cxnId="{23D7F053-464B-43F1-A80D-AA11D4E379EA}">
      <dgm:prSet/>
      <dgm:spPr/>
      <dgm:t>
        <a:bodyPr/>
        <a:lstStyle/>
        <a:p>
          <a:endParaRPr lang="en-US"/>
        </a:p>
      </dgm:t>
    </dgm:pt>
    <dgm:pt modelId="{CA6C1D65-4F26-4685-A08D-96C3AE0A9300}" type="sibTrans" cxnId="{23D7F053-464B-43F1-A80D-AA11D4E379E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28C41D0-E47F-40E7-BD79-345E851ADA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Train both models and compare performance metrics.</a:t>
          </a:r>
        </a:p>
      </dgm:t>
    </dgm:pt>
    <dgm:pt modelId="{AB215D1F-2C73-449A-A69D-EE27C3F44473}" type="parTrans" cxnId="{E206F031-91FF-478A-8096-EA102A0696CE}">
      <dgm:prSet/>
      <dgm:spPr/>
      <dgm:t>
        <a:bodyPr/>
        <a:lstStyle/>
        <a:p>
          <a:endParaRPr lang="en-US"/>
        </a:p>
      </dgm:t>
    </dgm:pt>
    <dgm:pt modelId="{8A51C475-372D-47E5-9456-802BB946C97B}" type="sibTrans" cxnId="{E206F031-91FF-478A-8096-EA102A0696C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AC6EE34-44E5-4E23-A909-57C005DCD3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Evaluate models using accuracy, loss, and confusion matrix.</a:t>
          </a:r>
        </a:p>
      </dgm:t>
    </dgm:pt>
    <dgm:pt modelId="{C9DA1ECE-B825-4D40-A113-8D88FF4B52D7}" type="parTrans" cxnId="{128D8F12-B519-4B85-A239-BA19FA51E09E}">
      <dgm:prSet/>
      <dgm:spPr/>
      <dgm:t>
        <a:bodyPr/>
        <a:lstStyle/>
        <a:p>
          <a:endParaRPr lang="en-US"/>
        </a:p>
      </dgm:t>
    </dgm:pt>
    <dgm:pt modelId="{8AEB6DB6-57BF-4336-9655-629A9AE2E417}" type="sibTrans" cxnId="{128D8F12-B519-4B85-A239-BA19FA51E09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24179456-F853-485B-8F9F-367FB48045FD}" type="pres">
      <dgm:prSet presAssocID="{F176F0FE-3ADD-4373-888D-2553C31F6205}" presName="Name0" presStyleCnt="0">
        <dgm:presLayoutVars>
          <dgm:animLvl val="lvl"/>
          <dgm:resizeHandles val="exact"/>
        </dgm:presLayoutVars>
      </dgm:prSet>
      <dgm:spPr/>
    </dgm:pt>
    <dgm:pt modelId="{473CFD9D-DBF2-4A45-8B2A-CDD06CF7F3E6}" type="pres">
      <dgm:prSet presAssocID="{3E166606-CDEF-46E1-9ED1-CB00866E73B4}" presName="compositeNode" presStyleCnt="0">
        <dgm:presLayoutVars>
          <dgm:bulletEnabled val="1"/>
        </dgm:presLayoutVars>
      </dgm:prSet>
      <dgm:spPr/>
    </dgm:pt>
    <dgm:pt modelId="{8260FFFD-8F1B-4FC1-8576-B148AC3A1307}" type="pres">
      <dgm:prSet presAssocID="{3E166606-CDEF-46E1-9ED1-CB00866E73B4}" presName="bgRect" presStyleLbl="bgAccFollowNode1" presStyleIdx="0" presStyleCnt="4"/>
      <dgm:spPr/>
    </dgm:pt>
    <dgm:pt modelId="{DACE70E1-4AE9-4F21-8422-313093AAF300}" type="pres">
      <dgm:prSet presAssocID="{728EF778-BDDF-41F5-98DE-FC52C6A830E3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71DF0749-5D53-4969-AC85-573ACF04BFA6}" type="pres">
      <dgm:prSet presAssocID="{3E166606-CDEF-46E1-9ED1-CB00866E73B4}" presName="bottomLine" presStyleLbl="alignNode1" presStyleIdx="1" presStyleCnt="8">
        <dgm:presLayoutVars/>
      </dgm:prSet>
      <dgm:spPr/>
    </dgm:pt>
    <dgm:pt modelId="{6185B35C-982F-4821-87C4-CD1ADA875F82}" type="pres">
      <dgm:prSet presAssocID="{3E166606-CDEF-46E1-9ED1-CB00866E73B4}" presName="nodeText" presStyleLbl="bgAccFollowNode1" presStyleIdx="0" presStyleCnt="4">
        <dgm:presLayoutVars>
          <dgm:bulletEnabled val="1"/>
        </dgm:presLayoutVars>
      </dgm:prSet>
      <dgm:spPr/>
    </dgm:pt>
    <dgm:pt modelId="{67FB3387-96AB-4AD3-BE35-7663DB719C16}" type="pres">
      <dgm:prSet presAssocID="{728EF778-BDDF-41F5-98DE-FC52C6A830E3}" presName="sibTrans" presStyleCnt="0"/>
      <dgm:spPr/>
    </dgm:pt>
    <dgm:pt modelId="{DCE98A7B-3CD8-481B-B162-613E48A63DA3}" type="pres">
      <dgm:prSet presAssocID="{2BD80611-28B1-4F91-92B1-7C538489FF7A}" presName="compositeNode" presStyleCnt="0">
        <dgm:presLayoutVars>
          <dgm:bulletEnabled val="1"/>
        </dgm:presLayoutVars>
      </dgm:prSet>
      <dgm:spPr/>
    </dgm:pt>
    <dgm:pt modelId="{75B5F63C-4BC3-4008-8EF8-2E7537A612A6}" type="pres">
      <dgm:prSet presAssocID="{2BD80611-28B1-4F91-92B1-7C538489FF7A}" presName="bgRect" presStyleLbl="bgAccFollowNode1" presStyleIdx="1" presStyleCnt="4"/>
      <dgm:spPr/>
    </dgm:pt>
    <dgm:pt modelId="{9B0081E5-2523-47BD-8CB7-3FA2BA05EB11}" type="pres">
      <dgm:prSet presAssocID="{CA6C1D65-4F26-4685-A08D-96C3AE0A9300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79743313-8CB4-408F-825C-48289C47E75A}" type="pres">
      <dgm:prSet presAssocID="{2BD80611-28B1-4F91-92B1-7C538489FF7A}" presName="bottomLine" presStyleLbl="alignNode1" presStyleIdx="3" presStyleCnt="8">
        <dgm:presLayoutVars/>
      </dgm:prSet>
      <dgm:spPr/>
    </dgm:pt>
    <dgm:pt modelId="{AA3333FD-C792-41CC-B664-56A9BFA2289F}" type="pres">
      <dgm:prSet presAssocID="{2BD80611-28B1-4F91-92B1-7C538489FF7A}" presName="nodeText" presStyleLbl="bgAccFollowNode1" presStyleIdx="1" presStyleCnt="4">
        <dgm:presLayoutVars>
          <dgm:bulletEnabled val="1"/>
        </dgm:presLayoutVars>
      </dgm:prSet>
      <dgm:spPr/>
    </dgm:pt>
    <dgm:pt modelId="{385ACC72-ECD2-4107-90ED-17D003BA089F}" type="pres">
      <dgm:prSet presAssocID="{CA6C1D65-4F26-4685-A08D-96C3AE0A9300}" presName="sibTrans" presStyleCnt="0"/>
      <dgm:spPr/>
    </dgm:pt>
    <dgm:pt modelId="{8CD9013B-2132-42E4-81B5-E1549D10155F}" type="pres">
      <dgm:prSet presAssocID="{928C41D0-E47F-40E7-BD79-345E851ADAEB}" presName="compositeNode" presStyleCnt="0">
        <dgm:presLayoutVars>
          <dgm:bulletEnabled val="1"/>
        </dgm:presLayoutVars>
      </dgm:prSet>
      <dgm:spPr/>
    </dgm:pt>
    <dgm:pt modelId="{9B8AF102-E15B-4B2B-8F06-1B3A16395590}" type="pres">
      <dgm:prSet presAssocID="{928C41D0-E47F-40E7-BD79-345E851ADAEB}" presName="bgRect" presStyleLbl="bgAccFollowNode1" presStyleIdx="2" presStyleCnt="4"/>
      <dgm:spPr/>
    </dgm:pt>
    <dgm:pt modelId="{A42514E5-41D2-4E57-9748-5F7FE356CF54}" type="pres">
      <dgm:prSet presAssocID="{8A51C475-372D-47E5-9456-802BB946C97B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CEC9BB65-608E-402D-9F4B-D86AA82DECDD}" type="pres">
      <dgm:prSet presAssocID="{928C41D0-E47F-40E7-BD79-345E851ADAEB}" presName="bottomLine" presStyleLbl="alignNode1" presStyleIdx="5" presStyleCnt="8">
        <dgm:presLayoutVars/>
      </dgm:prSet>
      <dgm:spPr/>
    </dgm:pt>
    <dgm:pt modelId="{2E34829D-AEC3-40D1-A035-E9AA4B628263}" type="pres">
      <dgm:prSet presAssocID="{928C41D0-E47F-40E7-BD79-345E851ADAEB}" presName="nodeText" presStyleLbl="bgAccFollowNode1" presStyleIdx="2" presStyleCnt="4">
        <dgm:presLayoutVars>
          <dgm:bulletEnabled val="1"/>
        </dgm:presLayoutVars>
      </dgm:prSet>
      <dgm:spPr/>
    </dgm:pt>
    <dgm:pt modelId="{CD0F07B0-5881-4852-9D37-D470AA702E90}" type="pres">
      <dgm:prSet presAssocID="{8A51C475-372D-47E5-9456-802BB946C97B}" presName="sibTrans" presStyleCnt="0"/>
      <dgm:spPr/>
    </dgm:pt>
    <dgm:pt modelId="{499C1236-C4AA-4194-817C-18C3D32D0BB9}" type="pres">
      <dgm:prSet presAssocID="{BAC6EE34-44E5-4E23-A909-57C005DCD3B3}" presName="compositeNode" presStyleCnt="0">
        <dgm:presLayoutVars>
          <dgm:bulletEnabled val="1"/>
        </dgm:presLayoutVars>
      </dgm:prSet>
      <dgm:spPr/>
    </dgm:pt>
    <dgm:pt modelId="{2D2AB058-EE20-4D9F-8542-B2CAE0A53A10}" type="pres">
      <dgm:prSet presAssocID="{BAC6EE34-44E5-4E23-A909-57C005DCD3B3}" presName="bgRect" presStyleLbl="bgAccFollowNode1" presStyleIdx="3" presStyleCnt="4"/>
      <dgm:spPr/>
    </dgm:pt>
    <dgm:pt modelId="{C28B09B0-8FDF-4C42-AF9B-48612A745362}" type="pres">
      <dgm:prSet presAssocID="{8AEB6DB6-57BF-4336-9655-629A9AE2E417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ECD0D2A4-6C8D-44BE-92BA-F2F7FF1E0D5D}" type="pres">
      <dgm:prSet presAssocID="{BAC6EE34-44E5-4E23-A909-57C005DCD3B3}" presName="bottomLine" presStyleLbl="alignNode1" presStyleIdx="7" presStyleCnt="8">
        <dgm:presLayoutVars/>
      </dgm:prSet>
      <dgm:spPr/>
    </dgm:pt>
    <dgm:pt modelId="{FAE7E1FE-95D8-46DA-9139-A96D74A0624B}" type="pres">
      <dgm:prSet presAssocID="{BAC6EE34-44E5-4E23-A909-57C005DCD3B3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751FA210-2642-457E-81D0-A1784D165F35}" type="presOf" srcId="{3E166606-CDEF-46E1-9ED1-CB00866E73B4}" destId="{6185B35C-982F-4821-87C4-CD1ADA875F82}" srcOrd="1" destOrd="0" presId="urn:microsoft.com/office/officeart/2016/7/layout/BasicLinearProcessNumbered"/>
    <dgm:cxn modelId="{128D8F12-B519-4B85-A239-BA19FA51E09E}" srcId="{F176F0FE-3ADD-4373-888D-2553C31F6205}" destId="{BAC6EE34-44E5-4E23-A909-57C005DCD3B3}" srcOrd="3" destOrd="0" parTransId="{C9DA1ECE-B825-4D40-A113-8D88FF4B52D7}" sibTransId="{8AEB6DB6-57BF-4336-9655-629A9AE2E417}"/>
    <dgm:cxn modelId="{E206F031-91FF-478A-8096-EA102A0696CE}" srcId="{F176F0FE-3ADD-4373-888D-2553C31F6205}" destId="{928C41D0-E47F-40E7-BD79-345E851ADAEB}" srcOrd="2" destOrd="0" parTransId="{AB215D1F-2C73-449A-A69D-EE27C3F44473}" sibTransId="{8A51C475-372D-47E5-9456-802BB946C97B}"/>
    <dgm:cxn modelId="{A846BC38-D87E-47A5-84E3-93359746DBD4}" type="presOf" srcId="{728EF778-BDDF-41F5-98DE-FC52C6A830E3}" destId="{DACE70E1-4AE9-4F21-8422-313093AAF300}" srcOrd="0" destOrd="0" presId="urn:microsoft.com/office/officeart/2016/7/layout/BasicLinearProcessNumbered"/>
    <dgm:cxn modelId="{B336F94C-0CCE-420C-8C25-7EB93258BFCC}" type="presOf" srcId="{2BD80611-28B1-4F91-92B1-7C538489FF7A}" destId="{AA3333FD-C792-41CC-B664-56A9BFA2289F}" srcOrd="1" destOrd="0" presId="urn:microsoft.com/office/officeart/2016/7/layout/BasicLinearProcessNumbered"/>
    <dgm:cxn modelId="{23D7F053-464B-43F1-A80D-AA11D4E379EA}" srcId="{F176F0FE-3ADD-4373-888D-2553C31F6205}" destId="{2BD80611-28B1-4F91-92B1-7C538489FF7A}" srcOrd="1" destOrd="0" parTransId="{BAE7B089-AEBE-49B1-8AE0-F12DB27B054E}" sibTransId="{CA6C1D65-4F26-4685-A08D-96C3AE0A9300}"/>
    <dgm:cxn modelId="{1A89D182-957C-4542-9AE6-A16032DC79EE}" type="presOf" srcId="{8A51C475-372D-47E5-9456-802BB946C97B}" destId="{A42514E5-41D2-4E57-9748-5F7FE356CF54}" srcOrd="0" destOrd="0" presId="urn:microsoft.com/office/officeart/2016/7/layout/BasicLinearProcessNumbered"/>
    <dgm:cxn modelId="{9B482D8E-1BFA-49D1-B130-503C0592B388}" srcId="{F176F0FE-3ADD-4373-888D-2553C31F6205}" destId="{3E166606-CDEF-46E1-9ED1-CB00866E73B4}" srcOrd="0" destOrd="0" parTransId="{AA6AB422-23DF-42B0-A4BB-0CE23EB7E629}" sibTransId="{728EF778-BDDF-41F5-98DE-FC52C6A830E3}"/>
    <dgm:cxn modelId="{B4E64999-336E-4E78-85FB-C36834C1CB10}" type="presOf" srcId="{F176F0FE-3ADD-4373-888D-2553C31F6205}" destId="{24179456-F853-485B-8F9F-367FB48045FD}" srcOrd="0" destOrd="0" presId="urn:microsoft.com/office/officeart/2016/7/layout/BasicLinearProcessNumbered"/>
    <dgm:cxn modelId="{272F1AA4-0FA0-4E00-98E4-C1585E8CE8DE}" type="presOf" srcId="{2BD80611-28B1-4F91-92B1-7C538489FF7A}" destId="{75B5F63C-4BC3-4008-8EF8-2E7537A612A6}" srcOrd="0" destOrd="0" presId="urn:microsoft.com/office/officeart/2016/7/layout/BasicLinearProcessNumbered"/>
    <dgm:cxn modelId="{F0824DC5-123C-4C0B-8289-B172BAD497D1}" type="presOf" srcId="{8AEB6DB6-57BF-4336-9655-629A9AE2E417}" destId="{C28B09B0-8FDF-4C42-AF9B-48612A745362}" srcOrd="0" destOrd="0" presId="urn:microsoft.com/office/officeart/2016/7/layout/BasicLinearProcessNumbered"/>
    <dgm:cxn modelId="{FED859C7-CA85-4A83-907E-C6CE2164476C}" type="presOf" srcId="{BAC6EE34-44E5-4E23-A909-57C005DCD3B3}" destId="{2D2AB058-EE20-4D9F-8542-B2CAE0A53A10}" srcOrd="0" destOrd="0" presId="urn:microsoft.com/office/officeart/2016/7/layout/BasicLinearProcessNumbered"/>
    <dgm:cxn modelId="{CFF659CA-B693-48CC-AB67-4D973BDD89EE}" type="presOf" srcId="{928C41D0-E47F-40E7-BD79-345E851ADAEB}" destId="{2E34829D-AEC3-40D1-A035-E9AA4B628263}" srcOrd="1" destOrd="0" presId="urn:microsoft.com/office/officeart/2016/7/layout/BasicLinearProcessNumbered"/>
    <dgm:cxn modelId="{282451CE-C03E-40F4-8657-587EF7190613}" type="presOf" srcId="{928C41D0-E47F-40E7-BD79-345E851ADAEB}" destId="{9B8AF102-E15B-4B2B-8F06-1B3A16395590}" srcOrd="0" destOrd="0" presId="urn:microsoft.com/office/officeart/2016/7/layout/BasicLinearProcessNumbered"/>
    <dgm:cxn modelId="{4AB27DE5-8A8B-4E15-8C8C-38E6DD97B961}" type="presOf" srcId="{CA6C1D65-4F26-4685-A08D-96C3AE0A9300}" destId="{9B0081E5-2523-47BD-8CB7-3FA2BA05EB11}" srcOrd="0" destOrd="0" presId="urn:microsoft.com/office/officeart/2016/7/layout/BasicLinearProcessNumbered"/>
    <dgm:cxn modelId="{397FFDF1-88EF-4B29-9C1F-98EF335BAEA3}" type="presOf" srcId="{3E166606-CDEF-46E1-9ED1-CB00866E73B4}" destId="{8260FFFD-8F1B-4FC1-8576-B148AC3A1307}" srcOrd="0" destOrd="0" presId="urn:microsoft.com/office/officeart/2016/7/layout/BasicLinearProcessNumbered"/>
    <dgm:cxn modelId="{950932F5-D744-4602-904A-3BDA4A2218A2}" type="presOf" srcId="{BAC6EE34-44E5-4E23-A909-57C005DCD3B3}" destId="{FAE7E1FE-95D8-46DA-9139-A96D74A0624B}" srcOrd="1" destOrd="0" presId="urn:microsoft.com/office/officeart/2016/7/layout/BasicLinearProcessNumbered"/>
    <dgm:cxn modelId="{9EBC9306-6F66-46CB-B84E-7F66D414FDBE}" type="presParOf" srcId="{24179456-F853-485B-8F9F-367FB48045FD}" destId="{473CFD9D-DBF2-4A45-8B2A-CDD06CF7F3E6}" srcOrd="0" destOrd="0" presId="urn:microsoft.com/office/officeart/2016/7/layout/BasicLinearProcessNumbered"/>
    <dgm:cxn modelId="{4ECD5A62-D6E5-4D14-9FF9-1E8E43AF6A60}" type="presParOf" srcId="{473CFD9D-DBF2-4A45-8B2A-CDD06CF7F3E6}" destId="{8260FFFD-8F1B-4FC1-8576-B148AC3A1307}" srcOrd="0" destOrd="0" presId="urn:microsoft.com/office/officeart/2016/7/layout/BasicLinearProcessNumbered"/>
    <dgm:cxn modelId="{29133738-CF83-45B4-9420-E699DD89D828}" type="presParOf" srcId="{473CFD9D-DBF2-4A45-8B2A-CDD06CF7F3E6}" destId="{DACE70E1-4AE9-4F21-8422-313093AAF300}" srcOrd="1" destOrd="0" presId="urn:microsoft.com/office/officeart/2016/7/layout/BasicLinearProcessNumbered"/>
    <dgm:cxn modelId="{73032D38-EC86-43E9-B15C-97B2B3E5A5E6}" type="presParOf" srcId="{473CFD9D-DBF2-4A45-8B2A-CDD06CF7F3E6}" destId="{71DF0749-5D53-4969-AC85-573ACF04BFA6}" srcOrd="2" destOrd="0" presId="urn:microsoft.com/office/officeart/2016/7/layout/BasicLinearProcessNumbered"/>
    <dgm:cxn modelId="{CAA37E97-C698-43ED-8B63-3CE7DAD337FA}" type="presParOf" srcId="{473CFD9D-DBF2-4A45-8B2A-CDD06CF7F3E6}" destId="{6185B35C-982F-4821-87C4-CD1ADA875F82}" srcOrd="3" destOrd="0" presId="urn:microsoft.com/office/officeart/2016/7/layout/BasicLinearProcessNumbered"/>
    <dgm:cxn modelId="{B7EF99AC-696A-48AC-BEE0-AA60F7F6E3E2}" type="presParOf" srcId="{24179456-F853-485B-8F9F-367FB48045FD}" destId="{67FB3387-96AB-4AD3-BE35-7663DB719C16}" srcOrd="1" destOrd="0" presId="urn:microsoft.com/office/officeart/2016/7/layout/BasicLinearProcessNumbered"/>
    <dgm:cxn modelId="{99BC60D7-B09A-4DF9-8042-DD3A7C1D1CDC}" type="presParOf" srcId="{24179456-F853-485B-8F9F-367FB48045FD}" destId="{DCE98A7B-3CD8-481B-B162-613E48A63DA3}" srcOrd="2" destOrd="0" presId="urn:microsoft.com/office/officeart/2016/7/layout/BasicLinearProcessNumbered"/>
    <dgm:cxn modelId="{D9FAF7EE-50FE-4812-8867-B472C5238815}" type="presParOf" srcId="{DCE98A7B-3CD8-481B-B162-613E48A63DA3}" destId="{75B5F63C-4BC3-4008-8EF8-2E7537A612A6}" srcOrd="0" destOrd="0" presId="urn:microsoft.com/office/officeart/2016/7/layout/BasicLinearProcessNumbered"/>
    <dgm:cxn modelId="{569BF0E0-220C-47EF-9393-F2E3F9F1CB5C}" type="presParOf" srcId="{DCE98A7B-3CD8-481B-B162-613E48A63DA3}" destId="{9B0081E5-2523-47BD-8CB7-3FA2BA05EB11}" srcOrd="1" destOrd="0" presId="urn:microsoft.com/office/officeart/2016/7/layout/BasicLinearProcessNumbered"/>
    <dgm:cxn modelId="{86E3DA1F-4012-4941-8980-16BD5EE96A06}" type="presParOf" srcId="{DCE98A7B-3CD8-481B-B162-613E48A63DA3}" destId="{79743313-8CB4-408F-825C-48289C47E75A}" srcOrd="2" destOrd="0" presId="urn:microsoft.com/office/officeart/2016/7/layout/BasicLinearProcessNumbered"/>
    <dgm:cxn modelId="{C6FAFBCA-D994-4000-9F24-702C20A5B7CE}" type="presParOf" srcId="{DCE98A7B-3CD8-481B-B162-613E48A63DA3}" destId="{AA3333FD-C792-41CC-B664-56A9BFA2289F}" srcOrd="3" destOrd="0" presId="urn:microsoft.com/office/officeart/2016/7/layout/BasicLinearProcessNumbered"/>
    <dgm:cxn modelId="{5CB0F596-C305-4364-8B9D-9EB9E9B3D408}" type="presParOf" srcId="{24179456-F853-485B-8F9F-367FB48045FD}" destId="{385ACC72-ECD2-4107-90ED-17D003BA089F}" srcOrd="3" destOrd="0" presId="urn:microsoft.com/office/officeart/2016/7/layout/BasicLinearProcessNumbered"/>
    <dgm:cxn modelId="{0F7F158F-E886-41BB-AF45-75112D12EC1C}" type="presParOf" srcId="{24179456-F853-485B-8F9F-367FB48045FD}" destId="{8CD9013B-2132-42E4-81B5-E1549D10155F}" srcOrd="4" destOrd="0" presId="urn:microsoft.com/office/officeart/2016/7/layout/BasicLinearProcessNumbered"/>
    <dgm:cxn modelId="{7E9EFB5C-D498-4927-96E8-D19E790A2726}" type="presParOf" srcId="{8CD9013B-2132-42E4-81B5-E1549D10155F}" destId="{9B8AF102-E15B-4B2B-8F06-1B3A16395590}" srcOrd="0" destOrd="0" presId="urn:microsoft.com/office/officeart/2016/7/layout/BasicLinearProcessNumbered"/>
    <dgm:cxn modelId="{BDBEC4D8-CFEF-4AE4-9FB6-81600F3C3676}" type="presParOf" srcId="{8CD9013B-2132-42E4-81B5-E1549D10155F}" destId="{A42514E5-41D2-4E57-9748-5F7FE356CF54}" srcOrd="1" destOrd="0" presId="urn:microsoft.com/office/officeart/2016/7/layout/BasicLinearProcessNumbered"/>
    <dgm:cxn modelId="{94DD35B2-ABBD-4B9E-B38D-215CEC1303FA}" type="presParOf" srcId="{8CD9013B-2132-42E4-81B5-E1549D10155F}" destId="{CEC9BB65-608E-402D-9F4B-D86AA82DECDD}" srcOrd="2" destOrd="0" presId="urn:microsoft.com/office/officeart/2016/7/layout/BasicLinearProcessNumbered"/>
    <dgm:cxn modelId="{C5BE2FBE-5092-442A-9D6D-FC26AF06DBE7}" type="presParOf" srcId="{8CD9013B-2132-42E4-81B5-E1549D10155F}" destId="{2E34829D-AEC3-40D1-A035-E9AA4B628263}" srcOrd="3" destOrd="0" presId="urn:microsoft.com/office/officeart/2016/7/layout/BasicLinearProcessNumbered"/>
    <dgm:cxn modelId="{6078D9ED-6CF2-4E50-AE4F-90E459C701CB}" type="presParOf" srcId="{24179456-F853-485B-8F9F-367FB48045FD}" destId="{CD0F07B0-5881-4852-9D37-D470AA702E90}" srcOrd="5" destOrd="0" presId="urn:microsoft.com/office/officeart/2016/7/layout/BasicLinearProcessNumbered"/>
    <dgm:cxn modelId="{76D70E69-38DE-4A1A-925E-61BFA407492F}" type="presParOf" srcId="{24179456-F853-485B-8F9F-367FB48045FD}" destId="{499C1236-C4AA-4194-817C-18C3D32D0BB9}" srcOrd="6" destOrd="0" presId="urn:microsoft.com/office/officeart/2016/7/layout/BasicLinearProcessNumbered"/>
    <dgm:cxn modelId="{076F457F-DC79-4364-80E5-48CBA9615299}" type="presParOf" srcId="{499C1236-C4AA-4194-817C-18C3D32D0BB9}" destId="{2D2AB058-EE20-4D9F-8542-B2CAE0A53A10}" srcOrd="0" destOrd="0" presId="urn:microsoft.com/office/officeart/2016/7/layout/BasicLinearProcessNumbered"/>
    <dgm:cxn modelId="{759DC043-6168-411B-BD24-C99E801C62DF}" type="presParOf" srcId="{499C1236-C4AA-4194-817C-18C3D32D0BB9}" destId="{C28B09B0-8FDF-4C42-AF9B-48612A745362}" srcOrd="1" destOrd="0" presId="urn:microsoft.com/office/officeart/2016/7/layout/BasicLinearProcessNumbered"/>
    <dgm:cxn modelId="{1B411E2F-FA09-4EB1-8261-67724757D11F}" type="presParOf" srcId="{499C1236-C4AA-4194-817C-18C3D32D0BB9}" destId="{ECD0D2A4-6C8D-44BE-92BA-F2F7FF1E0D5D}" srcOrd="2" destOrd="0" presId="urn:microsoft.com/office/officeart/2016/7/layout/BasicLinearProcessNumbered"/>
    <dgm:cxn modelId="{8387AA8F-F8DC-4CD2-962A-86BA8B09AB09}" type="presParOf" srcId="{499C1236-C4AA-4194-817C-18C3D32D0BB9}" destId="{FAE7E1FE-95D8-46DA-9139-A96D74A0624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CA21C6-DD3D-4780-BB96-4A3BF64CB394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08AC1F-BC46-45A5-8C16-1BDCEC985177}">
      <dgm:prSet/>
      <dgm:spPr/>
      <dgm:t>
        <a:bodyPr/>
        <a:lstStyle/>
        <a:p>
          <a:r>
            <a:rPr lang="en-US"/>
            <a:t>Tools: TensorFlow, Keras, NumPy, Matplotlib, Seaborn, Scikit-learn.</a:t>
          </a:r>
        </a:p>
      </dgm:t>
    </dgm:pt>
    <dgm:pt modelId="{07EB923D-C34C-47E6-843F-3F21CB550A44}" type="parTrans" cxnId="{1F84C2BC-03BE-471C-B199-8176C72D1662}">
      <dgm:prSet/>
      <dgm:spPr/>
      <dgm:t>
        <a:bodyPr/>
        <a:lstStyle/>
        <a:p>
          <a:endParaRPr lang="en-US"/>
        </a:p>
      </dgm:t>
    </dgm:pt>
    <dgm:pt modelId="{1C474DC2-EB4F-47AC-A05B-B8052372C422}" type="sibTrans" cxnId="{1F84C2BC-03BE-471C-B199-8176C72D1662}">
      <dgm:prSet/>
      <dgm:spPr/>
      <dgm:t>
        <a:bodyPr/>
        <a:lstStyle/>
        <a:p>
          <a:endParaRPr lang="en-US"/>
        </a:p>
      </dgm:t>
    </dgm:pt>
    <dgm:pt modelId="{6FF0BF9A-5A39-4F36-9BFE-253692A4D068}">
      <dgm:prSet/>
      <dgm:spPr/>
      <dgm:t>
        <a:bodyPr/>
        <a:lstStyle/>
        <a:p>
          <a:r>
            <a:rPr lang="en-US"/>
            <a:t>Approach: Load → Preprocess → Train → Evaluate → Compare.</a:t>
          </a:r>
        </a:p>
      </dgm:t>
    </dgm:pt>
    <dgm:pt modelId="{8B615178-1196-4F6D-BB0A-98A4C8B3CC44}" type="parTrans" cxnId="{288E90A1-D029-495E-8460-D2BD6DC53C33}">
      <dgm:prSet/>
      <dgm:spPr/>
      <dgm:t>
        <a:bodyPr/>
        <a:lstStyle/>
        <a:p>
          <a:endParaRPr lang="en-US"/>
        </a:p>
      </dgm:t>
    </dgm:pt>
    <dgm:pt modelId="{4DA9EFA0-5736-4544-9DE6-0F1085732323}" type="sibTrans" cxnId="{288E90A1-D029-495E-8460-D2BD6DC53C33}">
      <dgm:prSet/>
      <dgm:spPr/>
      <dgm:t>
        <a:bodyPr/>
        <a:lstStyle/>
        <a:p>
          <a:endParaRPr lang="en-US"/>
        </a:p>
      </dgm:t>
    </dgm:pt>
    <dgm:pt modelId="{55A7162E-0784-4160-BF1F-98915A7B571E}">
      <dgm:prSet/>
      <dgm:spPr/>
      <dgm:t>
        <a:bodyPr/>
        <a:lstStyle/>
        <a:p>
          <a:r>
            <a:rPr lang="en-US"/>
            <a:t>10-epoch training with 10% validation split.</a:t>
          </a:r>
        </a:p>
      </dgm:t>
    </dgm:pt>
    <dgm:pt modelId="{BCBB8ECB-0BC7-4008-A949-5E2B4D347B46}" type="parTrans" cxnId="{8DAB0930-B491-4F65-9C1D-71858635AC2B}">
      <dgm:prSet/>
      <dgm:spPr/>
      <dgm:t>
        <a:bodyPr/>
        <a:lstStyle/>
        <a:p>
          <a:endParaRPr lang="en-US"/>
        </a:p>
      </dgm:t>
    </dgm:pt>
    <dgm:pt modelId="{09FD3382-A51C-4023-B7E7-519A9706A8B9}" type="sibTrans" cxnId="{8DAB0930-B491-4F65-9C1D-71858635AC2B}">
      <dgm:prSet/>
      <dgm:spPr/>
      <dgm:t>
        <a:bodyPr/>
        <a:lstStyle/>
        <a:p>
          <a:endParaRPr lang="en-US"/>
        </a:p>
      </dgm:t>
    </dgm:pt>
    <dgm:pt modelId="{D3F16D8F-9CC7-4A02-A6C6-1FEDD6FA0E74}">
      <dgm:prSet/>
      <dgm:spPr/>
      <dgm:t>
        <a:bodyPr/>
        <a:lstStyle/>
        <a:p>
          <a:r>
            <a:rPr lang="en-US"/>
            <a:t>Optimizer: Adam | Loss: Sparse Categorical Crossentropy.</a:t>
          </a:r>
        </a:p>
      </dgm:t>
    </dgm:pt>
    <dgm:pt modelId="{C9DABF49-6DD3-4DA9-93F4-5C0851585EB5}" type="parTrans" cxnId="{E02D1C34-7607-4A9B-9587-489ED5F99318}">
      <dgm:prSet/>
      <dgm:spPr/>
      <dgm:t>
        <a:bodyPr/>
        <a:lstStyle/>
        <a:p>
          <a:endParaRPr lang="en-US"/>
        </a:p>
      </dgm:t>
    </dgm:pt>
    <dgm:pt modelId="{33AC91CF-322F-4B3A-93F8-1FEDE316E5BC}" type="sibTrans" cxnId="{E02D1C34-7607-4A9B-9587-489ED5F99318}">
      <dgm:prSet/>
      <dgm:spPr/>
      <dgm:t>
        <a:bodyPr/>
        <a:lstStyle/>
        <a:p>
          <a:endParaRPr lang="en-US"/>
        </a:p>
      </dgm:t>
    </dgm:pt>
    <dgm:pt modelId="{E8F7D2CC-F5BB-4612-864B-8A5033BFE8F7}" type="pres">
      <dgm:prSet presAssocID="{5ACA21C6-DD3D-4780-BB96-4A3BF64CB394}" presName="vert0" presStyleCnt="0">
        <dgm:presLayoutVars>
          <dgm:dir/>
          <dgm:animOne val="branch"/>
          <dgm:animLvl val="lvl"/>
        </dgm:presLayoutVars>
      </dgm:prSet>
      <dgm:spPr/>
    </dgm:pt>
    <dgm:pt modelId="{BB938922-0988-4E12-94AF-E80182A50AAB}" type="pres">
      <dgm:prSet presAssocID="{C208AC1F-BC46-45A5-8C16-1BDCEC985177}" presName="thickLine" presStyleLbl="alignNode1" presStyleIdx="0" presStyleCnt="4"/>
      <dgm:spPr/>
    </dgm:pt>
    <dgm:pt modelId="{C19A3FAB-A39A-440F-994F-C47A6E2F19F5}" type="pres">
      <dgm:prSet presAssocID="{C208AC1F-BC46-45A5-8C16-1BDCEC985177}" presName="horz1" presStyleCnt="0"/>
      <dgm:spPr/>
    </dgm:pt>
    <dgm:pt modelId="{51FA981B-3AEF-4220-8D63-19F530FA9059}" type="pres">
      <dgm:prSet presAssocID="{C208AC1F-BC46-45A5-8C16-1BDCEC985177}" presName="tx1" presStyleLbl="revTx" presStyleIdx="0" presStyleCnt="4"/>
      <dgm:spPr/>
    </dgm:pt>
    <dgm:pt modelId="{7EC7F469-5F2A-479B-BA59-4E624C33AAE5}" type="pres">
      <dgm:prSet presAssocID="{C208AC1F-BC46-45A5-8C16-1BDCEC985177}" presName="vert1" presStyleCnt="0"/>
      <dgm:spPr/>
    </dgm:pt>
    <dgm:pt modelId="{B1304E78-3C19-4922-B3D4-3581EF9BA8EC}" type="pres">
      <dgm:prSet presAssocID="{6FF0BF9A-5A39-4F36-9BFE-253692A4D068}" presName="thickLine" presStyleLbl="alignNode1" presStyleIdx="1" presStyleCnt="4"/>
      <dgm:spPr/>
    </dgm:pt>
    <dgm:pt modelId="{D94C1B10-0A8D-4370-899C-A76A6185EBE0}" type="pres">
      <dgm:prSet presAssocID="{6FF0BF9A-5A39-4F36-9BFE-253692A4D068}" presName="horz1" presStyleCnt="0"/>
      <dgm:spPr/>
    </dgm:pt>
    <dgm:pt modelId="{8338ED66-16F0-4557-88DF-BE63D7A34AC7}" type="pres">
      <dgm:prSet presAssocID="{6FF0BF9A-5A39-4F36-9BFE-253692A4D068}" presName="tx1" presStyleLbl="revTx" presStyleIdx="1" presStyleCnt="4"/>
      <dgm:spPr/>
    </dgm:pt>
    <dgm:pt modelId="{763F9F94-EC36-4C9B-8786-E63D8FE9FA3C}" type="pres">
      <dgm:prSet presAssocID="{6FF0BF9A-5A39-4F36-9BFE-253692A4D068}" presName="vert1" presStyleCnt="0"/>
      <dgm:spPr/>
    </dgm:pt>
    <dgm:pt modelId="{2C0A9B56-D061-497F-81D2-D280EB16A2A0}" type="pres">
      <dgm:prSet presAssocID="{55A7162E-0784-4160-BF1F-98915A7B571E}" presName="thickLine" presStyleLbl="alignNode1" presStyleIdx="2" presStyleCnt="4"/>
      <dgm:spPr/>
    </dgm:pt>
    <dgm:pt modelId="{E311E345-3246-46B2-AB3A-046F10911F30}" type="pres">
      <dgm:prSet presAssocID="{55A7162E-0784-4160-BF1F-98915A7B571E}" presName="horz1" presStyleCnt="0"/>
      <dgm:spPr/>
    </dgm:pt>
    <dgm:pt modelId="{5800F859-4F31-46E5-BD15-4C9EC92AA5B6}" type="pres">
      <dgm:prSet presAssocID="{55A7162E-0784-4160-BF1F-98915A7B571E}" presName="tx1" presStyleLbl="revTx" presStyleIdx="2" presStyleCnt="4"/>
      <dgm:spPr/>
    </dgm:pt>
    <dgm:pt modelId="{B8446FAF-BAC2-4DB6-B281-A81CC1E71370}" type="pres">
      <dgm:prSet presAssocID="{55A7162E-0784-4160-BF1F-98915A7B571E}" presName="vert1" presStyleCnt="0"/>
      <dgm:spPr/>
    </dgm:pt>
    <dgm:pt modelId="{AF8CDFA1-FC7F-4ED7-AD09-1C3E7A049A9B}" type="pres">
      <dgm:prSet presAssocID="{D3F16D8F-9CC7-4A02-A6C6-1FEDD6FA0E74}" presName="thickLine" presStyleLbl="alignNode1" presStyleIdx="3" presStyleCnt="4"/>
      <dgm:spPr/>
    </dgm:pt>
    <dgm:pt modelId="{191CA216-D94B-4A68-96F6-45F20478027E}" type="pres">
      <dgm:prSet presAssocID="{D3F16D8F-9CC7-4A02-A6C6-1FEDD6FA0E74}" presName="horz1" presStyleCnt="0"/>
      <dgm:spPr/>
    </dgm:pt>
    <dgm:pt modelId="{426E4AB6-22C3-4E01-9D5B-9944BC9D4C12}" type="pres">
      <dgm:prSet presAssocID="{D3F16D8F-9CC7-4A02-A6C6-1FEDD6FA0E74}" presName="tx1" presStyleLbl="revTx" presStyleIdx="3" presStyleCnt="4"/>
      <dgm:spPr/>
    </dgm:pt>
    <dgm:pt modelId="{FB78112D-7AB1-43A6-BCC9-1B1CC0D5BFCB}" type="pres">
      <dgm:prSet presAssocID="{D3F16D8F-9CC7-4A02-A6C6-1FEDD6FA0E74}" presName="vert1" presStyleCnt="0"/>
      <dgm:spPr/>
    </dgm:pt>
  </dgm:ptLst>
  <dgm:cxnLst>
    <dgm:cxn modelId="{7028432E-AA15-40C3-8317-C7313DDA9A50}" type="presOf" srcId="{C208AC1F-BC46-45A5-8C16-1BDCEC985177}" destId="{51FA981B-3AEF-4220-8D63-19F530FA9059}" srcOrd="0" destOrd="0" presId="urn:microsoft.com/office/officeart/2008/layout/LinedList"/>
    <dgm:cxn modelId="{8DAB0930-B491-4F65-9C1D-71858635AC2B}" srcId="{5ACA21C6-DD3D-4780-BB96-4A3BF64CB394}" destId="{55A7162E-0784-4160-BF1F-98915A7B571E}" srcOrd="2" destOrd="0" parTransId="{BCBB8ECB-0BC7-4008-A949-5E2B4D347B46}" sibTransId="{09FD3382-A51C-4023-B7E7-519A9706A8B9}"/>
    <dgm:cxn modelId="{E02D1C34-7607-4A9B-9587-489ED5F99318}" srcId="{5ACA21C6-DD3D-4780-BB96-4A3BF64CB394}" destId="{D3F16D8F-9CC7-4A02-A6C6-1FEDD6FA0E74}" srcOrd="3" destOrd="0" parTransId="{C9DABF49-6DD3-4DA9-93F4-5C0851585EB5}" sibTransId="{33AC91CF-322F-4B3A-93F8-1FEDE316E5BC}"/>
    <dgm:cxn modelId="{A4E4A154-4E67-4B12-9842-99DE8B249CDC}" type="presOf" srcId="{55A7162E-0784-4160-BF1F-98915A7B571E}" destId="{5800F859-4F31-46E5-BD15-4C9EC92AA5B6}" srcOrd="0" destOrd="0" presId="urn:microsoft.com/office/officeart/2008/layout/LinedList"/>
    <dgm:cxn modelId="{11578485-350B-4CAE-9B50-F08D6BC10F77}" type="presOf" srcId="{D3F16D8F-9CC7-4A02-A6C6-1FEDD6FA0E74}" destId="{426E4AB6-22C3-4E01-9D5B-9944BC9D4C12}" srcOrd="0" destOrd="0" presId="urn:microsoft.com/office/officeart/2008/layout/LinedList"/>
    <dgm:cxn modelId="{288E90A1-D029-495E-8460-D2BD6DC53C33}" srcId="{5ACA21C6-DD3D-4780-BB96-4A3BF64CB394}" destId="{6FF0BF9A-5A39-4F36-9BFE-253692A4D068}" srcOrd="1" destOrd="0" parTransId="{8B615178-1196-4F6D-BB0A-98A4C8B3CC44}" sibTransId="{4DA9EFA0-5736-4544-9DE6-0F1085732323}"/>
    <dgm:cxn modelId="{6A5F4BB7-1866-4211-96C6-51ED7FB0E152}" type="presOf" srcId="{6FF0BF9A-5A39-4F36-9BFE-253692A4D068}" destId="{8338ED66-16F0-4557-88DF-BE63D7A34AC7}" srcOrd="0" destOrd="0" presId="urn:microsoft.com/office/officeart/2008/layout/LinedList"/>
    <dgm:cxn modelId="{1F84C2BC-03BE-471C-B199-8176C72D1662}" srcId="{5ACA21C6-DD3D-4780-BB96-4A3BF64CB394}" destId="{C208AC1F-BC46-45A5-8C16-1BDCEC985177}" srcOrd="0" destOrd="0" parTransId="{07EB923D-C34C-47E6-843F-3F21CB550A44}" sibTransId="{1C474DC2-EB4F-47AC-A05B-B8052372C422}"/>
    <dgm:cxn modelId="{6CA6FAF1-86DD-4A1E-BDDE-86441307BCC5}" type="presOf" srcId="{5ACA21C6-DD3D-4780-BB96-4A3BF64CB394}" destId="{E8F7D2CC-F5BB-4612-864B-8A5033BFE8F7}" srcOrd="0" destOrd="0" presId="urn:microsoft.com/office/officeart/2008/layout/LinedList"/>
    <dgm:cxn modelId="{589059F0-3D1C-4566-BA40-EED9A45723F1}" type="presParOf" srcId="{E8F7D2CC-F5BB-4612-864B-8A5033BFE8F7}" destId="{BB938922-0988-4E12-94AF-E80182A50AAB}" srcOrd="0" destOrd="0" presId="urn:microsoft.com/office/officeart/2008/layout/LinedList"/>
    <dgm:cxn modelId="{40C836E4-667E-4C1E-9379-C5A096EF9472}" type="presParOf" srcId="{E8F7D2CC-F5BB-4612-864B-8A5033BFE8F7}" destId="{C19A3FAB-A39A-440F-994F-C47A6E2F19F5}" srcOrd="1" destOrd="0" presId="urn:microsoft.com/office/officeart/2008/layout/LinedList"/>
    <dgm:cxn modelId="{A3FC6BC6-56A9-4DD8-89E1-9225E1D609EF}" type="presParOf" srcId="{C19A3FAB-A39A-440F-994F-C47A6E2F19F5}" destId="{51FA981B-3AEF-4220-8D63-19F530FA9059}" srcOrd="0" destOrd="0" presId="urn:microsoft.com/office/officeart/2008/layout/LinedList"/>
    <dgm:cxn modelId="{7E7AB7C0-D5E7-4C07-B1E3-B7F8297A1261}" type="presParOf" srcId="{C19A3FAB-A39A-440F-994F-C47A6E2F19F5}" destId="{7EC7F469-5F2A-479B-BA59-4E624C33AAE5}" srcOrd="1" destOrd="0" presId="urn:microsoft.com/office/officeart/2008/layout/LinedList"/>
    <dgm:cxn modelId="{46A141FE-26D9-4F76-8DB8-DB2DAD57AF82}" type="presParOf" srcId="{E8F7D2CC-F5BB-4612-864B-8A5033BFE8F7}" destId="{B1304E78-3C19-4922-B3D4-3581EF9BA8EC}" srcOrd="2" destOrd="0" presId="urn:microsoft.com/office/officeart/2008/layout/LinedList"/>
    <dgm:cxn modelId="{5E729228-AF54-4BBF-98A3-DEEA042DF739}" type="presParOf" srcId="{E8F7D2CC-F5BB-4612-864B-8A5033BFE8F7}" destId="{D94C1B10-0A8D-4370-899C-A76A6185EBE0}" srcOrd="3" destOrd="0" presId="urn:microsoft.com/office/officeart/2008/layout/LinedList"/>
    <dgm:cxn modelId="{24152C1D-728F-4DF5-9DD6-3F3A1B583A86}" type="presParOf" srcId="{D94C1B10-0A8D-4370-899C-A76A6185EBE0}" destId="{8338ED66-16F0-4557-88DF-BE63D7A34AC7}" srcOrd="0" destOrd="0" presId="urn:microsoft.com/office/officeart/2008/layout/LinedList"/>
    <dgm:cxn modelId="{CAF902D4-7382-4075-9A37-DD96B44C75ED}" type="presParOf" srcId="{D94C1B10-0A8D-4370-899C-A76A6185EBE0}" destId="{763F9F94-EC36-4C9B-8786-E63D8FE9FA3C}" srcOrd="1" destOrd="0" presId="urn:microsoft.com/office/officeart/2008/layout/LinedList"/>
    <dgm:cxn modelId="{434D1A24-16AD-44BC-9AD4-194DD684529B}" type="presParOf" srcId="{E8F7D2CC-F5BB-4612-864B-8A5033BFE8F7}" destId="{2C0A9B56-D061-497F-81D2-D280EB16A2A0}" srcOrd="4" destOrd="0" presId="urn:microsoft.com/office/officeart/2008/layout/LinedList"/>
    <dgm:cxn modelId="{C4D48AB3-695C-40E7-BD22-7240C656E193}" type="presParOf" srcId="{E8F7D2CC-F5BB-4612-864B-8A5033BFE8F7}" destId="{E311E345-3246-46B2-AB3A-046F10911F30}" srcOrd="5" destOrd="0" presId="urn:microsoft.com/office/officeart/2008/layout/LinedList"/>
    <dgm:cxn modelId="{E8DD780C-11FE-49A6-AB3F-55C1DE8475C9}" type="presParOf" srcId="{E311E345-3246-46B2-AB3A-046F10911F30}" destId="{5800F859-4F31-46E5-BD15-4C9EC92AA5B6}" srcOrd="0" destOrd="0" presId="urn:microsoft.com/office/officeart/2008/layout/LinedList"/>
    <dgm:cxn modelId="{832C78E9-2375-4675-A016-7D6B7EE3986A}" type="presParOf" srcId="{E311E345-3246-46B2-AB3A-046F10911F30}" destId="{B8446FAF-BAC2-4DB6-B281-A81CC1E71370}" srcOrd="1" destOrd="0" presId="urn:microsoft.com/office/officeart/2008/layout/LinedList"/>
    <dgm:cxn modelId="{7FD3A59D-2CE5-4A57-A166-FC9BB8EC962C}" type="presParOf" srcId="{E8F7D2CC-F5BB-4612-864B-8A5033BFE8F7}" destId="{AF8CDFA1-FC7F-4ED7-AD09-1C3E7A049A9B}" srcOrd="6" destOrd="0" presId="urn:microsoft.com/office/officeart/2008/layout/LinedList"/>
    <dgm:cxn modelId="{F60C05A0-F2D2-4127-B16D-C023AF1BB91D}" type="presParOf" srcId="{E8F7D2CC-F5BB-4612-864B-8A5033BFE8F7}" destId="{191CA216-D94B-4A68-96F6-45F20478027E}" srcOrd="7" destOrd="0" presId="urn:microsoft.com/office/officeart/2008/layout/LinedList"/>
    <dgm:cxn modelId="{F173AD0E-DF5F-4A4C-9FB9-1615BDF75B8E}" type="presParOf" srcId="{191CA216-D94B-4A68-96F6-45F20478027E}" destId="{426E4AB6-22C3-4E01-9D5B-9944BC9D4C12}" srcOrd="0" destOrd="0" presId="urn:microsoft.com/office/officeart/2008/layout/LinedList"/>
    <dgm:cxn modelId="{B38FF067-EFE2-481E-A10E-6CB1124CF3C6}" type="presParOf" srcId="{191CA216-D94B-4A68-96F6-45F20478027E}" destId="{FB78112D-7AB1-43A6-BCC9-1B1CC0D5BFC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3D3EB6-A4C7-4A7C-8C3B-95E1344AACD9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4D179CC-7D1D-4EBE-BBCF-866C2AECDF09}">
      <dgm:prSet/>
      <dgm:spPr/>
      <dgm:t>
        <a:bodyPr/>
        <a:lstStyle/>
        <a:p>
          <a:r>
            <a:rPr lang="en-US"/>
            <a:t>Dataset: Fashion-MNIST (28x28 grayscale images).</a:t>
          </a:r>
        </a:p>
      </dgm:t>
    </dgm:pt>
    <dgm:pt modelId="{B2FBA4AC-E913-4831-A6AE-203099BAF682}" type="parTrans" cxnId="{D7A43723-153B-4D9A-BE80-CD47A885EBB9}">
      <dgm:prSet/>
      <dgm:spPr/>
      <dgm:t>
        <a:bodyPr/>
        <a:lstStyle/>
        <a:p>
          <a:endParaRPr lang="en-US"/>
        </a:p>
      </dgm:t>
    </dgm:pt>
    <dgm:pt modelId="{C65D66EA-4BE0-4172-A8AB-5F4896A6E87D}" type="sibTrans" cxnId="{D7A43723-153B-4D9A-BE80-CD47A885EBB9}">
      <dgm:prSet/>
      <dgm:spPr/>
      <dgm:t>
        <a:bodyPr/>
        <a:lstStyle/>
        <a:p>
          <a:endParaRPr lang="en-US"/>
        </a:p>
      </dgm:t>
    </dgm:pt>
    <dgm:pt modelId="{71D3539E-2B03-4A96-BD3E-C4B7AE186B70}">
      <dgm:prSet/>
      <dgm:spPr/>
      <dgm:t>
        <a:bodyPr/>
        <a:lstStyle/>
        <a:p>
          <a:r>
            <a:rPr lang="en-US"/>
            <a:t>Training set: 60,000 | Test set: 10,000.</a:t>
          </a:r>
        </a:p>
      </dgm:t>
    </dgm:pt>
    <dgm:pt modelId="{67824FC5-384B-4E57-8B22-FE7407FA342F}" type="parTrans" cxnId="{7356D7BD-F620-4DB3-ADEF-671D2F550515}">
      <dgm:prSet/>
      <dgm:spPr/>
      <dgm:t>
        <a:bodyPr/>
        <a:lstStyle/>
        <a:p>
          <a:endParaRPr lang="en-US"/>
        </a:p>
      </dgm:t>
    </dgm:pt>
    <dgm:pt modelId="{0B5F1BA6-AA8E-4D4C-9BE5-1531421C84D5}" type="sibTrans" cxnId="{7356D7BD-F620-4DB3-ADEF-671D2F550515}">
      <dgm:prSet/>
      <dgm:spPr/>
      <dgm:t>
        <a:bodyPr/>
        <a:lstStyle/>
        <a:p>
          <a:endParaRPr lang="en-US"/>
        </a:p>
      </dgm:t>
    </dgm:pt>
    <dgm:pt modelId="{5227DC49-BAC5-44AE-9142-E8F6D1FBC631}">
      <dgm:prSet/>
      <dgm:spPr/>
      <dgm:t>
        <a:bodyPr/>
        <a:lstStyle/>
        <a:p>
          <a:r>
            <a:rPr lang="en-US"/>
            <a:t>Normalization: Pixel values scaled to [0, 1].</a:t>
          </a:r>
        </a:p>
      </dgm:t>
    </dgm:pt>
    <dgm:pt modelId="{74AACBA2-8A7E-4417-9F76-8E4245B6766A}" type="parTrans" cxnId="{DCA1D992-3F37-4AC1-AA0B-1870FED88624}">
      <dgm:prSet/>
      <dgm:spPr/>
      <dgm:t>
        <a:bodyPr/>
        <a:lstStyle/>
        <a:p>
          <a:endParaRPr lang="en-US"/>
        </a:p>
      </dgm:t>
    </dgm:pt>
    <dgm:pt modelId="{F864F028-5962-43B6-83C0-8FEFB369B4D1}" type="sibTrans" cxnId="{DCA1D992-3F37-4AC1-AA0B-1870FED88624}">
      <dgm:prSet/>
      <dgm:spPr/>
      <dgm:t>
        <a:bodyPr/>
        <a:lstStyle/>
        <a:p>
          <a:endParaRPr lang="en-US"/>
        </a:p>
      </dgm:t>
    </dgm:pt>
    <dgm:pt modelId="{743A99B2-E87A-4A6E-AA99-AF506EB9089B}">
      <dgm:prSet/>
      <dgm:spPr/>
      <dgm:t>
        <a:bodyPr/>
        <a:lstStyle/>
        <a:p>
          <a:r>
            <a:rPr lang="en-US"/>
            <a:t>Input shapes: ANN (784), CNN (28x28x1).</a:t>
          </a:r>
        </a:p>
      </dgm:t>
    </dgm:pt>
    <dgm:pt modelId="{A267E8F9-7DB3-4A5E-B655-B6BD1139A97B}" type="parTrans" cxnId="{BF3C86EC-68AF-4B08-AA73-95B1DA18B66F}">
      <dgm:prSet/>
      <dgm:spPr/>
      <dgm:t>
        <a:bodyPr/>
        <a:lstStyle/>
        <a:p>
          <a:endParaRPr lang="en-US"/>
        </a:p>
      </dgm:t>
    </dgm:pt>
    <dgm:pt modelId="{64173F3C-A6C1-45B2-9660-3F6376FA0083}" type="sibTrans" cxnId="{BF3C86EC-68AF-4B08-AA73-95B1DA18B66F}">
      <dgm:prSet/>
      <dgm:spPr/>
      <dgm:t>
        <a:bodyPr/>
        <a:lstStyle/>
        <a:p>
          <a:endParaRPr lang="en-US"/>
        </a:p>
      </dgm:t>
    </dgm:pt>
    <dgm:pt modelId="{FF8BB01F-9B88-4EAA-94CB-8A215CD2C968}" type="pres">
      <dgm:prSet presAssocID="{903D3EB6-A4C7-4A7C-8C3B-95E1344AACD9}" presName="vert0" presStyleCnt="0">
        <dgm:presLayoutVars>
          <dgm:dir/>
          <dgm:animOne val="branch"/>
          <dgm:animLvl val="lvl"/>
        </dgm:presLayoutVars>
      </dgm:prSet>
      <dgm:spPr/>
    </dgm:pt>
    <dgm:pt modelId="{311AC84F-A202-4039-80D2-F7B39275ADFE}" type="pres">
      <dgm:prSet presAssocID="{74D179CC-7D1D-4EBE-BBCF-866C2AECDF09}" presName="thickLine" presStyleLbl="alignNode1" presStyleIdx="0" presStyleCnt="4"/>
      <dgm:spPr/>
    </dgm:pt>
    <dgm:pt modelId="{99A086FE-C15C-4438-A56D-6C5421930533}" type="pres">
      <dgm:prSet presAssocID="{74D179CC-7D1D-4EBE-BBCF-866C2AECDF09}" presName="horz1" presStyleCnt="0"/>
      <dgm:spPr/>
    </dgm:pt>
    <dgm:pt modelId="{C4ABA83F-7778-44E4-BCB5-88921BAD0B1C}" type="pres">
      <dgm:prSet presAssocID="{74D179CC-7D1D-4EBE-BBCF-866C2AECDF09}" presName="tx1" presStyleLbl="revTx" presStyleIdx="0" presStyleCnt="4"/>
      <dgm:spPr/>
    </dgm:pt>
    <dgm:pt modelId="{3A1DA262-3E3D-40C3-BAC2-5CC058D57A40}" type="pres">
      <dgm:prSet presAssocID="{74D179CC-7D1D-4EBE-BBCF-866C2AECDF09}" presName="vert1" presStyleCnt="0"/>
      <dgm:spPr/>
    </dgm:pt>
    <dgm:pt modelId="{13BCF624-C1FE-4D55-93FF-C8403D886D51}" type="pres">
      <dgm:prSet presAssocID="{71D3539E-2B03-4A96-BD3E-C4B7AE186B70}" presName="thickLine" presStyleLbl="alignNode1" presStyleIdx="1" presStyleCnt="4"/>
      <dgm:spPr/>
    </dgm:pt>
    <dgm:pt modelId="{C48433EB-D477-47E1-AC33-1C9751B34FB8}" type="pres">
      <dgm:prSet presAssocID="{71D3539E-2B03-4A96-BD3E-C4B7AE186B70}" presName="horz1" presStyleCnt="0"/>
      <dgm:spPr/>
    </dgm:pt>
    <dgm:pt modelId="{0D9083D6-5285-4960-A63A-B5C4D7F3E76A}" type="pres">
      <dgm:prSet presAssocID="{71D3539E-2B03-4A96-BD3E-C4B7AE186B70}" presName="tx1" presStyleLbl="revTx" presStyleIdx="1" presStyleCnt="4"/>
      <dgm:spPr/>
    </dgm:pt>
    <dgm:pt modelId="{04C77BA6-634A-4D48-BFF1-454DBDBDB939}" type="pres">
      <dgm:prSet presAssocID="{71D3539E-2B03-4A96-BD3E-C4B7AE186B70}" presName="vert1" presStyleCnt="0"/>
      <dgm:spPr/>
    </dgm:pt>
    <dgm:pt modelId="{0D9B6358-4C73-4D05-9AA6-D5172B20A970}" type="pres">
      <dgm:prSet presAssocID="{5227DC49-BAC5-44AE-9142-E8F6D1FBC631}" presName="thickLine" presStyleLbl="alignNode1" presStyleIdx="2" presStyleCnt="4"/>
      <dgm:spPr/>
    </dgm:pt>
    <dgm:pt modelId="{C573AEA5-3385-48A6-84E2-D2906A704530}" type="pres">
      <dgm:prSet presAssocID="{5227DC49-BAC5-44AE-9142-E8F6D1FBC631}" presName="horz1" presStyleCnt="0"/>
      <dgm:spPr/>
    </dgm:pt>
    <dgm:pt modelId="{ECCCCE56-885E-4330-A6AA-D14E2AB3C616}" type="pres">
      <dgm:prSet presAssocID="{5227DC49-BAC5-44AE-9142-E8F6D1FBC631}" presName="tx1" presStyleLbl="revTx" presStyleIdx="2" presStyleCnt="4"/>
      <dgm:spPr/>
    </dgm:pt>
    <dgm:pt modelId="{F76F4FB6-D9FB-44A2-8F88-CB97128914FC}" type="pres">
      <dgm:prSet presAssocID="{5227DC49-BAC5-44AE-9142-E8F6D1FBC631}" presName="vert1" presStyleCnt="0"/>
      <dgm:spPr/>
    </dgm:pt>
    <dgm:pt modelId="{C45B868A-5164-4937-9AE6-1AE712EAE587}" type="pres">
      <dgm:prSet presAssocID="{743A99B2-E87A-4A6E-AA99-AF506EB9089B}" presName="thickLine" presStyleLbl="alignNode1" presStyleIdx="3" presStyleCnt="4"/>
      <dgm:spPr/>
    </dgm:pt>
    <dgm:pt modelId="{B0FD644A-C80F-4ED2-BCCF-C6037707BCC9}" type="pres">
      <dgm:prSet presAssocID="{743A99B2-E87A-4A6E-AA99-AF506EB9089B}" presName="horz1" presStyleCnt="0"/>
      <dgm:spPr/>
    </dgm:pt>
    <dgm:pt modelId="{1084AAF6-6719-4A6F-9E91-50ECC0FDE6EB}" type="pres">
      <dgm:prSet presAssocID="{743A99B2-E87A-4A6E-AA99-AF506EB9089B}" presName="tx1" presStyleLbl="revTx" presStyleIdx="3" presStyleCnt="4"/>
      <dgm:spPr/>
    </dgm:pt>
    <dgm:pt modelId="{FC6D4152-F4E8-4391-B305-83560027DEF4}" type="pres">
      <dgm:prSet presAssocID="{743A99B2-E87A-4A6E-AA99-AF506EB9089B}" presName="vert1" presStyleCnt="0"/>
      <dgm:spPr/>
    </dgm:pt>
  </dgm:ptLst>
  <dgm:cxnLst>
    <dgm:cxn modelId="{D7A43723-153B-4D9A-BE80-CD47A885EBB9}" srcId="{903D3EB6-A4C7-4A7C-8C3B-95E1344AACD9}" destId="{74D179CC-7D1D-4EBE-BBCF-866C2AECDF09}" srcOrd="0" destOrd="0" parTransId="{B2FBA4AC-E913-4831-A6AE-203099BAF682}" sibTransId="{C65D66EA-4BE0-4172-A8AB-5F4896A6E87D}"/>
    <dgm:cxn modelId="{D3C0DE60-0CDC-4DF7-AB0B-F01F206E73C9}" type="presOf" srcId="{903D3EB6-A4C7-4A7C-8C3B-95E1344AACD9}" destId="{FF8BB01F-9B88-4EAA-94CB-8A215CD2C968}" srcOrd="0" destOrd="0" presId="urn:microsoft.com/office/officeart/2008/layout/LinedList"/>
    <dgm:cxn modelId="{DCA1D992-3F37-4AC1-AA0B-1870FED88624}" srcId="{903D3EB6-A4C7-4A7C-8C3B-95E1344AACD9}" destId="{5227DC49-BAC5-44AE-9142-E8F6D1FBC631}" srcOrd="2" destOrd="0" parTransId="{74AACBA2-8A7E-4417-9F76-8E4245B6766A}" sibTransId="{F864F028-5962-43B6-83C0-8FEFB369B4D1}"/>
    <dgm:cxn modelId="{7CFE8497-7B3F-4C26-B878-7B34F863E927}" type="presOf" srcId="{5227DC49-BAC5-44AE-9142-E8F6D1FBC631}" destId="{ECCCCE56-885E-4330-A6AA-D14E2AB3C616}" srcOrd="0" destOrd="0" presId="urn:microsoft.com/office/officeart/2008/layout/LinedList"/>
    <dgm:cxn modelId="{CEBDF7B7-AB02-40B3-8AE2-11254D694E25}" type="presOf" srcId="{743A99B2-E87A-4A6E-AA99-AF506EB9089B}" destId="{1084AAF6-6719-4A6F-9E91-50ECC0FDE6EB}" srcOrd="0" destOrd="0" presId="urn:microsoft.com/office/officeart/2008/layout/LinedList"/>
    <dgm:cxn modelId="{7356D7BD-F620-4DB3-ADEF-671D2F550515}" srcId="{903D3EB6-A4C7-4A7C-8C3B-95E1344AACD9}" destId="{71D3539E-2B03-4A96-BD3E-C4B7AE186B70}" srcOrd="1" destOrd="0" parTransId="{67824FC5-384B-4E57-8B22-FE7407FA342F}" sibTransId="{0B5F1BA6-AA8E-4D4C-9BE5-1531421C84D5}"/>
    <dgm:cxn modelId="{BF3C86EC-68AF-4B08-AA73-95B1DA18B66F}" srcId="{903D3EB6-A4C7-4A7C-8C3B-95E1344AACD9}" destId="{743A99B2-E87A-4A6E-AA99-AF506EB9089B}" srcOrd="3" destOrd="0" parTransId="{A267E8F9-7DB3-4A5E-B655-B6BD1139A97B}" sibTransId="{64173F3C-A6C1-45B2-9660-3F6376FA0083}"/>
    <dgm:cxn modelId="{F38EE5F3-1E1B-4A9F-A146-024806642718}" type="presOf" srcId="{71D3539E-2B03-4A96-BD3E-C4B7AE186B70}" destId="{0D9083D6-5285-4960-A63A-B5C4D7F3E76A}" srcOrd="0" destOrd="0" presId="urn:microsoft.com/office/officeart/2008/layout/LinedList"/>
    <dgm:cxn modelId="{4C213DFE-BDBD-400D-9B8D-BC2DFD8345EA}" type="presOf" srcId="{74D179CC-7D1D-4EBE-BBCF-866C2AECDF09}" destId="{C4ABA83F-7778-44E4-BCB5-88921BAD0B1C}" srcOrd="0" destOrd="0" presId="urn:microsoft.com/office/officeart/2008/layout/LinedList"/>
    <dgm:cxn modelId="{4D36E885-873E-4273-9E0E-4B63D0C1DEF8}" type="presParOf" srcId="{FF8BB01F-9B88-4EAA-94CB-8A215CD2C968}" destId="{311AC84F-A202-4039-80D2-F7B39275ADFE}" srcOrd="0" destOrd="0" presId="urn:microsoft.com/office/officeart/2008/layout/LinedList"/>
    <dgm:cxn modelId="{11F6BB35-8654-47B8-8508-C027D80E8BBF}" type="presParOf" srcId="{FF8BB01F-9B88-4EAA-94CB-8A215CD2C968}" destId="{99A086FE-C15C-4438-A56D-6C5421930533}" srcOrd="1" destOrd="0" presId="urn:microsoft.com/office/officeart/2008/layout/LinedList"/>
    <dgm:cxn modelId="{3C835A95-DD3A-45FA-9D80-ED97573D9F55}" type="presParOf" srcId="{99A086FE-C15C-4438-A56D-6C5421930533}" destId="{C4ABA83F-7778-44E4-BCB5-88921BAD0B1C}" srcOrd="0" destOrd="0" presId="urn:microsoft.com/office/officeart/2008/layout/LinedList"/>
    <dgm:cxn modelId="{3E0AFE9D-A84C-4962-B310-E35EFA3539F3}" type="presParOf" srcId="{99A086FE-C15C-4438-A56D-6C5421930533}" destId="{3A1DA262-3E3D-40C3-BAC2-5CC058D57A40}" srcOrd="1" destOrd="0" presId="urn:microsoft.com/office/officeart/2008/layout/LinedList"/>
    <dgm:cxn modelId="{4643187A-6182-42D2-99C8-2AF6D3F37A9F}" type="presParOf" srcId="{FF8BB01F-9B88-4EAA-94CB-8A215CD2C968}" destId="{13BCF624-C1FE-4D55-93FF-C8403D886D51}" srcOrd="2" destOrd="0" presId="urn:microsoft.com/office/officeart/2008/layout/LinedList"/>
    <dgm:cxn modelId="{4962F4EB-0A91-4837-9B1C-D0BF9DACE862}" type="presParOf" srcId="{FF8BB01F-9B88-4EAA-94CB-8A215CD2C968}" destId="{C48433EB-D477-47E1-AC33-1C9751B34FB8}" srcOrd="3" destOrd="0" presId="urn:microsoft.com/office/officeart/2008/layout/LinedList"/>
    <dgm:cxn modelId="{786C23B0-96BB-4012-91EA-940AEB5B448A}" type="presParOf" srcId="{C48433EB-D477-47E1-AC33-1C9751B34FB8}" destId="{0D9083D6-5285-4960-A63A-B5C4D7F3E76A}" srcOrd="0" destOrd="0" presId="urn:microsoft.com/office/officeart/2008/layout/LinedList"/>
    <dgm:cxn modelId="{2A6AC05B-47BC-4D63-816F-08418C9A7347}" type="presParOf" srcId="{C48433EB-D477-47E1-AC33-1C9751B34FB8}" destId="{04C77BA6-634A-4D48-BFF1-454DBDBDB939}" srcOrd="1" destOrd="0" presId="urn:microsoft.com/office/officeart/2008/layout/LinedList"/>
    <dgm:cxn modelId="{CE90DA3B-BC95-4A1E-9022-06E3B951A666}" type="presParOf" srcId="{FF8BB01F-9B88-4EAA-94CB-8A215CD2C968}" destId="{0D9B6358-4C73-4D05-9AA6-D5172B20A970}" srcOrd="4" destOrd="0" presId="urn:microsoft.com/office/officeart/2008/layout/LinedList"/>
    <dgm:cxn modelId="{A2017BB7-756B-4519-AD3F-4BAA7D5E2392}" type="presParOf" srcId="{FF8BB01F-9B88-4EAA-94CB-8A215CD2C968}" destId="{C573AEA5-3385-48A6-84E2-D2906A704530}" srcOrd="5" destOrd="0" presId="urn:microsoft.com/office/officeart/2008/layout/LinedList"/>
    <dgm:cxn modelId="{E5EE578C-0DFA-4D83-8CF4-2F7648214287}" type="presParOf" srcId="{C573AEA5-3385-48A6-84E2-D2906A704530}" destId="{ECCCCE56-885E-4330-A6AA-D14E2AB3C616}" srcOrd="0" destOrd="0" presId="urn:microsoft.com/office/officeart/2008/layout/LinedList"/>
    <dgm:cxn modelId="{D76C6431-887C-4D0C-9526-4209978727CE}" type="presParOf" srcId="{C573AEA5-3385-48A6-84E2-D2906A704530}" destId="{F76F4FB6-D9FB-44A2-8F88-CB97128914FC}" srcOrd="1" destOrd="0" presId="urn:microsoft.com/office/officeart/2008/layout/LinedList"/>
    <dgm:cxn modelId="{60F9F527-C0BC-471D-A925-BDE8944AEAB4}" type="presParOf" srcId="{FF8BB01F-9B88-4EAA-94CB-8A215CD2C968}" destId="{C45B868A-5164-4937-9AE6-1AE712EAE587}" srcOrd="6" destOrd="0" presId="urn:microsoft.com/office/officeart/2008/layout/LinedList"/>
    <dgm:cxn modelId="{CBDE0CE1-AD03-4DC2-A703-C2F5771C34DE}" type="presParOf" srcId="{FF8BB01F-9B88-4EAA-94CB-8A215CD2C968}" destId="{B0FD644A-C80F-4ED2-BCCF-C6037707BCC9}" srcOrd="7" destOrd="0" presId="urn:microsoft.com/office/officeart/2008/layout/LinedList"/>
    <dgm:cxn modelId="{46FD9884-E54D-41E3-8455-63EA7CA0C9BA}" type="presParOf" srcId="{B0FD644A-C80F-4ED2-BCCF-C6037707BCC9}" destId="{1084AAF6-6719-4A6F-9E91-50ECC0FDE6EB}" srcOrd="0" destOrd="0" presId="urn:microsoft.com/office/officeart/2008/layout/LinedList"/>
    <dgm:cxn modelId="{B9867106-358A-423D-9BA6-05C7B466096B}" type="presParOf" srcId="{B0FD644A-C80F-4ED2-BCCF-C6037707BCC9}" destId="{FC6D4152-F4E8-4391-B305-83560027DEF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2E2B11-EE6A-4AEE-B7E0-45028FE9CFA8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21ABEB8F-4A91-466E-86F0-BFDD8DB848C4}">
      <dgm:prSet/>
      <dgm:spPr/>
      <dgm:t>
        <a:bodyPr/>
        <a:lstStyle/>
        <a:p>
          <a:r>
            <a:rPr lang="en-US"/>
            <a:t>ANN: Two hidden layers (128, 64 neurons) with ReLU activation.</a:t>
          </a:r>
        </a:p>
      </dgm:t>
    </dgm:pt>
    <dgm:pt modelId="{7B13F10D-5E62-4472-897A-6FB21DFDEC23}" type="parTrans" cxnId="{0F3B1E3F-CF2A-4018-AE75-B49BFC5C0BC0}">
      <dgm:prSet/>
      <dgm:spPr/>
      <dgm:t>
        <a:bodyPr/>
        <a:lstStyle/>
        <a:p>
          <a:endParaRPr lang="en-US"/>
        </a:p>
      </dgm:t>
    </dgm:pt>
    <dgm:pt modelId="{E35F971E-C695-47D2-833B-3C86C3591720}" type="sibTrans" cxnId="{0F3B1E3F-CF2A-4018-AE75-B49BFC5C0BC0}">
      <dgm:prSet/>
      <dgm:spPr/>
      <dgm:t>
        <a:bodyPr/>
        <a:lstStyle/>
        <a:p>
          <a:endParaRPr lang="en-US"/>
        </a:p>
      </dgm:t>
    </dgm:pt>
    <dgm:pt modelId="{32A44727-D9D0-4670-A57D-845C7CEA2FAF}">
      <dgm:prSet/>
      <dgm:spPr/>
      <dgm:t>
        <a:bodyPr/>
        <a:lstStyle/>
        <a:p>
          <a:r>
            <a:rPr lang="en-US"/>
            <a:t>CNN: Two Conv2D layers (32, 64 filters) + MaxPooling + Dense(100).</a:t>
          </a:r>
        </a:p>
      </dgm:t>
    </dgm:pt>
    <dgm:pt modelId="{6278D06D-C209-44D8-9373-AF6C1FE03A32}" type="parTrans" cxnId="{91998D69-2496-4544-B585-7DB7128B373F}">
      <dgm:prSet/>
      <dgm:spPr/>
      <dgm:t>
        <a:bodyPr/>
        <a:lstStyle/>
        <a:p>
          <a:endParaRPr lang="en-US"/>
        </a:p>
      </dgm:t>
    </dgm:pt>
    <dgm:pt modelId="{0071D69E-084C-4DCD-BF55-988F34525A99}" type="sibTrans" cxnId="{91998D69-2496-4544-B585-7DB7128B373F}">
      <dgm:prSet/>
      <dgm:spPr/>
      <dgm:t>
        <a:bodyPr/>
        <a:lstStyle/>
        <a:p>
          <a:endParaRPr lang="en-US"/>
        </a:p>
      </dgm:t>
    </dgm:pt>
    <dgm:pt modelId="{A4690184-68A8-4767-9549-4A7099B04135}">
      <dgm:prSet/>
      <dgm:spPr/>
      <dgm:t>
        <a:bodyPr/>
        <a:lstStyle/>
        <a:p>
          <a:r>
            <a:rPr lang="en-US"/>
            <a:t>Softmax output layer with 10 classes.</a:t>
          </a:r>
        </a:p>
      </dgm:t>
    </dgm:pt>
    <dgm:pt modelId="{CBD35AFF-D83C-4021-8CC5-79665558923B}" type="parTrans" cxnId="{CFE28C3E-B56C-4127-88DB-1B002520E187}">
      <dgm:prSet/>
      <dgm:spPr/>
      <dgm:t>
        <a:bodyPr/>
        <a:lstStyle/>
        <a:p>
          <a:endParaRPr lang="en-US"/>
        </a:p>
      </dgm:t>
    </dgm:pt>
    <dgm:pt modelId="{6FCC4EC9-9197-4DCC-B282-A4CAF605BEDB}" type="sibTrans" cxnId="{CFE28C3E-B56C-4127-88DB-1B002520E187}">
      <dgm:prSet/>
      <dgm:spPr/>
      <dgm:t>
        <a:bodyPr/>
        <a:lstStyle/>
        <a:p>
          <a:endParaRPr lang="en-US"/>
        </a:p>
      </dgm:t>
    </dgm:pt>
    <dgm:pt modelId="{C8D25074-DF0D-4263-B69F-6778AC221A15}">
      <dgm:prSet/>
      <dgm:spPr/>
      <dgm:t>
        <a:bodyPr/>
        <a:lstStyle/>
        <a:p>
          <a:r>
            <a:rPr lang="en-US"/>
            <a:t>Training monitored with validation accuracy.</a:t>
          </a:r>
        </a:p>
      </dgm:t>
    </dgm:pt>
    <dgm:pt modelId="{F2DEB00C-456B-4069-B8F4-67EA8588D4BF}" type="parTrans" cxnId="{975B1A01-A825-4866-954B-EC1491D411B7}">
      <dgm:prSet/>
      <dgm:spPr/>
      <dgm:t>
        <a:bodyPr/>
        <a:lstStyle/>
        <a:p>
          <a:endParaRPr lang="en-US"/>
        </a:p>
      </dgm:t>
    </dgm:pt>
    <dgm:pt modelId="{CD32FE6C-4851-4A9F-A357-6E1D49FF5B14}" type="sibTrans" cxnId="{975B1A01-A825-4866-954B-EC1491D411B7}">
      <dgm:prSet/>
      <dgm:spPr/>
      <dgm:t>
        <a:bodyPr/>
        <a:lstStyle/>
        <a:p>
          <a:endParaRPr lang="en-US"/>
        </a:p>
      </dgm:t>
    </dgm:pt>
    <dgm:pt modelId="{6BA9D43B-6314-43B8-BEF5-7156CF163B3A}" type="pres">
      <dgm:prSet presAssocID="{E62E2B11-EE6A-4AEE-B7E0-45028FE9CFA8}" presName="vert0" presStyleCnt="0">
        <dgm:presLayoutVars>
          <dgm:dir/>
          <dgm:animOne val="branch"/>
          <dgm:animLvl val="lvl"/>
        </dgm:presLayoutVars>
      </dgm:prSet>
      <dgm:spPr/>
    </dgm:pt>
    <dgm:pt modelId="{2053E53B-02F6-4F6C-9258-33F346BCBD06}" type="pres">
      <dgm:prSet presAssocID="{21ABEB8F-4A91-466E-86F0-BFDD8DB848C4}" presName="thickLine" presStyleLbl="alignNode1" presStyleIdx="0" presStyleCnt="4"/>
      <dgm:spPr/>
    </dgm:pt>
    <dgm:pt modelId="{986C9C99-23E9-4623-AAFC-15466145C0C4}" type="pres">
      <dgm:prSet presAssocID="{21ABEB8F-4A91-466E-86F0-BFDD8DB848C4}" presName="horz1" presStyleCnt="0"/>
      <dgm:spPr/>
    </dgm:pt>
    <dgm:pt modelId="{994F41FE-A79E-4B42-BD7A-33608661EB00}" type="pres">
      <dgm:prSet presAssocID="{21ABEB8F-4A91-466E-86F0-BFDD8DB848C4}" presName="tx1" presStyleLbl="revTx" presStyleIdx="0" presStyleCnt="4"/>
      <dgm:spPr/>
    </dgm:pt>
    <dgm:pt modelId="{ED575FFB-BEA6-42C4-8121-596986F36AAE}" type="pres">
      <dgm:prSet presAssocID="{21ABEB8F-4A91-466E-86F0-BFDD8DB848C4}" presName="vert1" presStyleCnt="0"/>
      <dgm:spPr/>
    </dgm:pt>
    <dgm:pt modelId="{71A459BD-3E4C-48A6-8D54-8EAFA98AD9F9}" type="pres">
      <dgm:prSet presAssocID="{32A44727-D9D0-4670-A57D-845C7CEA2FAF}" presName="thickLine" presStyleLbl="alignNode1" presStyleIdx="1" presStyleCnt="4"/>
      <dgm:spPr/>
    </dgm:pt>
    <dgm:pt modelId="{5AA959F8-6501-468F-BF98-6C3A0281030C}" type="pres">
      <dgm:prSet presAssocID="{32A44727-D9D0-4670-A57D-845C7CEA2FAF}" presName="horz1" presStyleCnt="0"/>
      <dgm:spPr/>
    </dgm:pt>
    <dgm:pt modelId="{EA7FF82C-AAB5-44C5-9217-2D193293F7CD}" type="pres">
      <dgm:prSet presAssocID="{32A44727-D9D0-4670-A57D-845C7CEA2FAF}" presName="tx1" presStyleLbl="revTx" presStyleIdx="1" presStyleCnt="4"/>
      <dgm:spPr/>
    </dgm:pt>
    <dgm:pt modelId="{8EDEC2DF-02FF-433C-B20E-E84F78233F0B}" type="pres">
      <dgm:prSet presAssocID="{32A44727-D9D0-4670-A57D-845C7CEA2FAF}" presName="vert1" presStyleCnt="0"/>
      <dgm:spPr/>
    </dgm:pt>
    <dgm:pt modelId="{775D4623-AA4E-4194-A845-82D4CE8D768C}" type="pres">
      <dgm:prSet presAssocID="{A4690184-68A8-4767-9549-4A7099B04135}" presName="thickLine" presStyleLbl="alignNode1" presStyleIdx="2" presStyleCnt="4"/>
      <dgm:spPr/>
    </dgm:pt>
    <dgm:pt modelId="{E96FFFCA-92FC-4216-ADEE-057BCF6DAFE1}" type="pres">
      <dgm:prSet presAssocID="{A4690184-68A8-4767-9549-4A7099B04135}" presName="horz1" presStyleCnt="0"/>
      <dgm:spPr/>
    </dgm:pt>
    <dgm:pt modelId="{744676F4-A059-437A-916D-47C61C2BA8DA}" type="pres">
      <dgm:prSet presAssocID="{A4690184-68A8-4767-9549-4A7099B04135}" presName="tx1" presStyleLbl="revTx" presStyleIdx="2" presStyleCnt="4"/>
      <dgm:spPr/>
    </dgm:pt>
    <dgm:pt modelId="{CAC24065-4432-4320-928E-46528E701BC7}" type="pres">
      <dgm:prSet presAssocID="{A4690184-68A8-4767-9549-4A7099B04135}" presName="vert1" presStyleCnt="0"/>
      <dgm:spPr/>
    </dgm:pt>
    <dgm:pt modelId="{8B9CA12F-AC50-408B-A7D1-9CB137E0A530}" type="pres">
      <dgm:prSet presAssocID="{C8D25074-DF0D-4263-B69F-6778AC221A15}" presName="thickLine" presStyleLbl="alignNode1" presStyleIdx="3" presStyleCnt="4"/>
      <dgm:spPr/>
    </dgm:pt>
    <dgm:pt modelId="{6E85035E-04E2-4C53-8470-7DFF434F84A7}" type="pres">
      <dgm:prSet presAssocID="{C8D25074-DF0D-4263-B69F-6778AC221A15}" presName="horz1" presStyleCnt="0"/>
      <dgm:spPr/>
    </dgm:pt>
    <dgm:pt modelId="{02C7B272-AD7C-4BE2-968B-04C55DB41FEF}" type="pres">
      <dgm:prSet presAssocID="{C8D25074-DF0D-4263-B69F-6778AC221A15}" presName="tx1" presStyleLbl="revTx" presStyleIdx="3" presStyleCnt="4"/>
      <dgm:spPr/>
    </dgm:pt>
    <dgm:pt modelId="{6BA84992-6899-4BB3-9F38-04D11260E461}" type="pres">
      <dgm:prSet presAssocID="{C8D25074-DF0D-4263-B69F-6778AC221A15}" presName="vert1" presStyleCnt="0"/>
      <dgm:spPr/>
    </dgm:pt>
  </dgm:ptLst>
  <dgm:cxnLst>
    <dgm:cxn modelId="{975B1A01-A825-4866-954B-EC1491D411B7}" srcId="{E62E2B11-EE6A-4AEE-B7E0-45028FE9CFA8}" destId="{C8D25074-DF0D-4263-B69F-6778AC221A15}" srcOrd="3" destOrd="0" parTransId="{F2DEB00C-456B-4069-B8F4-67EA8588D4BF}" sibTransId="{CD32FE6C-4851-4A9F-A357-6E1D49FF5B14}"/>
    <dgm:cxn modelId="{AC77062F-276C-4591-8BCD-F5AF833B20DA}" type="presOf" srcId="{A4690184-68A8-4767-9549-4A7099B04135}" destId="{744676F4-A059-437A-916D-47C61C2BA8DA}" srcOrd="0" destOrd="0" presId="urn:microsoft.com/office/officeart/2008/layout/LinedList"/>
    <dgm:cxn modelId="{CFE28C3E-B56C-4127-88DB-1B002520E187}" srcId="{E62E2B11-EE6A-4AEE-B7E0-45028FE9CFA8}" destId="{A4690184-68A8-4767-9549-4A7099B04135}" srcOrd="2" destOrd="0" parTransId="{CBD35AFF-D83C-4021-8CC5-79665558923B}" sibTransId="{6FCC4EC9-9197-4DCC-B282-A4CAF605BEDB}"/>
    <dgm:cxn modelId="{0F3B1E3F-CF2A-4018-AE75-B49BFC5C0BC0}" srcId="{E62E2B11-EE6A-4AEE-B7E0-45028FE9CFA8}" destId="{21ABEB8F-4A91-466E-86F0-BFDD8DB848C4}" srcOrd="0" destOrd="0" parTransId="{7B13F10D-5E62-4472-897A-6FB21DFDEC23}" sibTransId="{E35F971E-C695-47D2-833B-3C86C3591720}"/>
    <dgm:cxn modelId="{91998D69-2496-4544-B585-7DB7128B373F}" srcId="{E62E2B11-EE6A-4AEE-B7E0-45028FE9CFA8}" destId="{32A44727-D9D0-4670-A57D-845C7CEA2FAF}" srcOrd="1" destOrd="0" parTransId="{6278D06D-C209-44D8-9373-AF6C1FE03A32}" sibTransId="{0071D69E-084C-4DCD-BF55-988F34525A99}"/>
    <dgm:cxn modelId="{0002F852-DA99-45DF-8AD6-0ECD06A3E77F}" type="presOf" srcId="{C8D25074-DF0D-4263-B69F-6778AC221A15}" destId="{02C7B272-AD7C-4BE2-968B-04C55DB41FEF}" srcOrd="0" destOrd="0" presId="urn:microsoft.com/office/officeart/2008/layout/LinedList"/>
    <dgm:cxn modelId="{A88C5392-5E19-472C-8809-72A6DBB6FBFE}" type="presOf" srcId="{32A44727-D9D0-4670-A57D-845C7CEA2FAF}" destId="{EA7FF82C-AAB5-44C5-9217-2D193293F7CD}" srcOrd="0" destOrd="0" presId="urn:microsoft.com/office/officeart/2008/layout/LinedList"/>
    <dgm:cxn modelId="{404EDBFA-C35D-4324-AB31-704AC58EE8CD}" type="presOf" srcId="{21ABEB8F-4A91-466E-86F0-BFDD8DB848C4}" destId="{994F41FE-A79E-4B42-BD7A-33608661EB00}" srcOrd="0" destOrd="0" presId="urn:microsoft.com/office/officeart/2008/layout/LinedList"/>
    <dgm:cxn modelId="{3C13C8FE-3C7C-46DD-B1AB-143D82711B58}" type="presOf" srcId="{E62E2B11-EE6A-4AEE-B7E0-45028FE9CFA8}" destId="{6BA9D43B-6314-43B8-BEF5-7156CF163B3A}" srcOrd="0" destOrd="0" presId="urn:microsoft.com/office/officeart/2008/layout/LinedList"/>
    <dgm:cxn modelId="{895B188B-BC32-4A21-882A-6642D2A37C76}" type="presParOf" srcId="{6BA9D43B-6314-43B8-BEF5-7156CF163B3A}" destId="{2053E53B-02F6-4F6C-9258-33F346BCBD06}" srcOrd="0" destOrd="0" presId="urn:microsoft.com/office/officeart/2008/layout/LinedList"/>
    <dgm:cxn modelId="{7D0A4B12-DA90-4B37-81B5-C0760997C665}" type="presParOf" srcId="{6BA9D43B-6314-43B8-BEF5-7156CF163B3A}" destId="{986C9C99-23E9-4623-AAFC-15466145C0C4}" srcOrd="1" destOrd="0" presId="urn:microsoft.com/office/officeart/2008/layout/LinedList"/>
    <dgm:cxn modelId="{6CC3975A-26C0-42B5-9B74-2556EFED0371}" type="presParOf" srcId="{986C9C99-23E9-4623-AAFC-15466145C0C4}" destId="{994F41FE-A79E-4B42-BD7A-33608661EB00}" srcOrd="0" destOrd="0" presId="urn:microsoft.com/office/officeart/2008/layout/LinedList"/>
    <dgm:cxn modelId="{F1D70AE3-6698-4825-995B-92FBCA6283E6}" type="presParOf" srcId="{986C9C99-23E9-4623-AAFC-15466145C0C4}" destId="{ED575FFB-BEA6-42C4-8121-596986F36AAE}" srcOrd="1" destOrd="0" presId="urn:microsoft.com/office/officeart/2008/layout/LinedList"/>
    <dgm:cxn modelId="{4FDDCB23-F654-4A15-A6FC-2442A7D8C610}" type="presParOf" srcId="{6BA9D43B-6314-43B8-BEF5-7156CF163B3A}" destId="{71A459BD-3E4C-48A6-8D54-8EAFA98AD9F9}" srcOrd="2" destOrd="0" presId="urn:microsoft.com/office/officeart/2008/layout/LinedList"/>
    <dgm:cxn modelId="{CDF662AD-53D2-46AA-A0AC-0EB669C628B4}" type="presParOf" srcId="{6BA9D43B-6314-43B8-BEF5-7156CF163B3A}" destId="{5AA959F8-6501-468F-BF98-6C3A0281030C}" srcOrd="3" destOrd="0" presId="urn:microsoft.com/office/officeart/2008/layout/LinedList"/>
    <dgm:cxn modelId="{8B3C7DC1-5722-43D3-A0B5-44ADE624ED84}" type="presParOf" srcId="{5AA959F8-6501-468F-BF98-6C3A0281030C}" destId="{EA7FF82C-AAB5-44C5-9217-2D193293F7CD}" srcOrd="0" destOrd="0" presId="urn:microsoft.com/office/officeart/2008/layout/LinedList"/>
    <dgm:cxn modelId="{2032215C-8F30-4B19-B3B6-1E954ADF6635}" type="presParOf" srcId="{5AA959F8-6501-468F-BF98-6C3A0281030C}" destId="{8EDEC2DF-02FF-433C-B20E-E84F78233F0B}" srcOrd="1" destOrd="0" presId="urn:microsoft.com/office/officeart/2008/layout/LinedList"/>
    <dgm:cxn modelId="{66A5E60C-3C61-436D-80DA-ABC16843280F}" type="presParOf" srcId="{6BA9D43B-6314-43B8-BEF5-7156CF163B3A}" destId="{775D4623-AA4E-4194-A845-82D4CE8D768C}" srcOrd="4" destOrd="0" presId="urn:microsoft.com/office/officeart/2008/layout/LinedList"/>
    <dgm:cxn modelId="{D0D932FF-919B-4F6F-8302-A3DFDA2773A5}" type="presParOf" srcId="{6BA9D43B-6314-43B8-BEF5-7156CF163B3A}" destId="{E96FFFCA-92FC-4216-ADEE-057BCF6DAFE1}" srcOrd="5" destOrd="0" presId="urn:microsoft.com/office/officeart/2008/layout/LinedList"/>
    <dgm:cxn modelId="{8814A607-4C08-481F-9441-B3F912B1C9B4}" type="presParOf" srcId="{E96FFFCA-92FC-4216-ADEE-057BCF6DAFE1}" destId="{744676F4-A059-437A-916D-47C61C2BA8DA}" srcOrd="0" destOrd="0" presId="urn:microsoft.com/office/officeart/2008/layout/LinedList"/>
    <dgm:cxn modelId="{015BEE67-8869-495D-8BEC-26279FC297A2}" type="presParOf" srcId="{E96FFFCA-92FC-4216-ADEE-057BCF6DAFE1}" destId="{CAC24065-4432-4320-928E-46528E701BC7}" srcOrd="1" destOrd="0" presId="urn:microsoft.com/office/officeart/2008/layout/LinedList"/>
    <dgm:cxn modelId="{C267C716-DE52-44DC-8BF5-283ECFD16B7F}" type="presParOf" srcId="{6BA9D43B-6314-43B8-BEF5-7156CF163B3A}" destId="{8B9CA12F-AC50-408B-A7D1-9CB137E0A530}" srcOrd="6" destOrd="0" presId="urn:microsoft.com/office/officeart/2008/layout/LinedList"/>
    <dgm:cxn modelId="{4ED17A08-238E-45AD-869F-E5F2AC516235}" type="presParOf" srcId="{6BA9D43B-6314-43B8-BEF5-7156CF163B3A}" destId="{6E85035E-04E2-4C53-8470-7DFF434F84A7}" srcOrd="7" destOrd="0" presId="urn:microsoft.com/office/officeart/2008/layout/LinedList"/>
    <dgm:cxn modelId="{4EBF6EB9-6233-4DFE-94A7-41E9B6B63CB8}" type="presParOf" srcId="{6E85035E-04E2-4C53-8470-7DFF434F84A7}" destId="{02C7B272-AD7C-4BE2-968B-04C55DB41FEF}" srcOrd="0" destOrd="0" presId="urn:microsoft.com/office/officeart/2008/layout/LinedList"/>
    <dgm:cxn modelId="{2C7B9A30-EE90-4FD7-93A6-D0268D4341D6}" type="presParOf" srcId="{6E85035E-04E2-4C53-8470-7DFF434F84A7}" destId="{6BA84992-6899-4BB3-9F38-04D11260E46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73E10AA-4A4B-44B2-92BC-6B783BF42A43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6631F84-085E-4A90-A2C0-16FCD9D58FD4}">
      <dgm:prSet/>
      <dgm:spPr/>
      <dgm:t>
        <a:bodyPr/>
        <a:lstStyle/>
        <a:p>
          <a:r>
            <a:rPr lang="en-US"/>
            <a:t>ANN Test Accuracy: 8</a:t>
          </a:r>
          <a:r>
            <a:rPr lang="en-GB"/>
            <a:t>8.29</a:t>
          </a:r>
          <a:r>
            <a:rPr lang="en-US"/>
            <a:t>%, Loss: 0.3</a:t>
          </a:r>
          <a:r>
            <a:rPr lang="en-GB"/>
            <a:t>516</a:t>
          </a:r>
          <a:r>
            <a:rPr lang="en-US"/>
            <a:t>.</a:t>
          </a:r>
        </a:p>
      </dgm:t>
    </dgm:pt>
    <dgm:pt modelId="{23704813-1B39-45D5-9040-094B276F2D7F}" type="parTrans" cxnId="{E3E10101-49FE-425C-BAC8-8A07155582D0}">
      <dgm:prSet/>
      <dgm:spPr/>
      <dgm:t>
        <a:bodyPr/>
        <a:lstStyle/>
        <a:p>
          <a:endParaRPr lang="en-US"/>
        </a:p>
      </dgm:t>
    </dgm:pt>
    <dgm:pt modelId="{7314EF53-1A8A-412E-841B-120FB43A5ED4}" type="sibTrans" cxnId="{E3E10101-49FE-425C-BAC8-8A07155582D0}">
      <dgm:prSet/>
      <dgm:spPr/>
      <dgm:t>
        <a:bodyPr/>
        <a:lstStyle/>
        <a:p>
          <a:endParaRPr lang="en-US"/>
        </a:p>
      </dgm:t>
    </dgm:pt>
    <dgm:pt modelId="{687D3A9F-0569-4881-9BF1-6E902E853AF9}">
      <dgm:prSet/>
      <dgm:spPr/>
      <dgm:t>
        <a:bodyPr/>
        <a:lstStyle/>
        <a:p>
          <a:r>
            <a:rPr lang="en-US"/>
            <a:t>CNN Test Accuracy: 91.</a:t>
          </a:r>
          <a:r>
            <a:rPr lang="en-GB"/>
            <a:t>3</a:t>
          </a:r>
          <a:r>
            <a:rPr lang="en-US"/>
            <a:t>%, Loss: </a:t>
          </a:r>
          <a:r>
            <a:rPr lang="en-GB"/>
            <a:t>0.2728</a:t>
          </a:r>
          <a:r>
            <a:rPr lang="en-US"/>
            <a:t>.</a:t>
          </a:r>
        </a:p>
      </dgm:t>
    </dgm:pt>
    <dgm:pt modelId="{0D70B560-16D8-4E8D-8054-2142E51C1D18}" type="parTrans" cxnId="{FCE003E8-F995-497E-8DB2-CDCDBEB621CB}">
      <dgm:prSet/>
      <dgm:spPr/>
      <dgm:t>
        <a:bodyPr/>
        <a:lstStyle/>
        <a:p>
          <a:endParaRPr lang="en-US"/>
        </a:p>
      </dgm:t>
    </dgm:pt>
    <dgm:pt modelId="{ACF34E2F-31ED-4171-9ACE-212E538D560F}" type="sibTrans" cxnId="{FCE003E8-F995-497E-8DB2-CDCDBEB621CB}">
      <dgm:prSet/>
      <dgm:spPr/>
      <dgm:t>
        <a:bodyPr/>
        <a:lstStyle/>
        <a:p>
          <a:endParaRPr lang="en-US"/>
        </a:p>
      </dgm:t>
    </dgm:pt>
    <dgm:pt modelId="{0FF10B61-2AC6-4977-8C6B-CE7425546F20}">
      <dgm:prSet/>
      <dgm:spPr/>
      <dgm:t>
        <a:bodyPr/>
        <a:lstStyle/>
        <a:p>
          <a:r>
            <a:rPr lang="en-US"/>
            <a:t>CNN demonstrated superior performance due to spatial feature extraction.</a:t>
          </a:r>
        </a:p>
      </dgm:t>
    </dgm:pt>
    <dgm:pt modelId="{B16D7004-BD0C-4562-AF0C-5BAD7FED4ABA}" type="parTrans" cxnId="{159DDC8F-88B6-4E86-B12C-5B80DBB056AC}">
      <dgm:prSet/>
      <dgm:spPr/>
      <dgm:t>
        <a:bodyPr/>
        <a:lstStyle/>
        <a:p>
          <a:endParaRPr lang="en-US"/>
        </a:p>
      </dgm:t>
    </dgm:pt>
    <dgm:pt modelId="{4DF3D842-87B2-4728-BF7F-FA435636C069}" type="sibTrans" cxnId="{159DDC8F-88B6-4E86-B12C-5B80DBB056AC}">
      <dgm:prSet/>
      <dgm:spPr/>
      <dgm:t>
        <a:bodyPr/>
        <a:lstStyle/>
        <a:p>
          <a:endParaRPr lang="en-US"/>
        </a:p>
      </dgm:t>
    </dgm:pt>
    <dgm:pt modelId="{6AD60E82-3290-4A37-9282-A63E8F333529}">
      <dgm:prSet/>
      <dgm:spPr/>
      <dgm:t>
        <a:bodyPr/>
        <a:lstStyle/>
        <a:p>
          <a:r>
            <a:rPr lang="en-US"/>
            <a:t>Confusion Matrix and Accuracy Curves confirm stable training.</a:t>
          </a:r>
        </a:p>
      </dgm:t>
    </dgm:pt>
    <dgm:pt modelId="{0903A807-F63E-4A20-9348-0E97F0C8EEF1}" type="parTrans" cxnId="{0F0083D9-CA60-4FDB-8B0B-147B101EDC68}">
      <dgm:prSet/>
      <dgm:spPr/>
      <dgm:t>
        <a:bodyPr/>
        <a:lstStyle/>
        <a:p>
          <a:endParaRPr lang="en-US"/>
        </a:p>
      </dgm:t>
    </dgm:pt>
    <dgm:pt modelId="{C10B2138-9F7F-455F-953C-2B59B5289CD1}" type="sibTrans" cxnId="{0F0083D9-CA60-4FDB-8B0B-147B101EDC68}">
      <dgm:prSet/>
      <dgm:spPr/>
      <dgm:t>
        <a:bodyPr/>
        <a:lstStyle/>
        <a:p>
          <a:endParaRPr lang="en-US"/>
        </a:p>
      </dgm:t>
    </dgm:pt>
    <dgm:pt modelId="{D7233D4E-6F4D-4A15-A1CC-12ECC23A856A}" type="pres">
      <dgm:prSet presAssocID="{973E10AA-4A4B-44B2-92BC-6B783BF42A43}" presName="vert0" presStyleCnt="0">
        <dgm:presLayoutVars>
          <dgm:dir/>
          <dgm:animOne val="branch"/>
          <dgm:animLvl val="lvl"/>
        </dgm:presLayoutVars>
      </dgm:prSet>
      <dgm:spPr/>
    </dgm:pt>
    <dgm:pt modelId="{9102FEE3-7B3C-4EF6-8EE6-580002E632DD}" type="pres">
      <dgm:prSet presAssocID="{A6631F84-085E-4A90-A2C0-16FCD9D58FD4}" presName="thickLine" presStyleLbl="alignNode1" presStyleIdx="0" presStyleCnt="4"/>
      <dgm:spPr/>
    </dgm:pt>
    <dgm:pt modelId="{61658C31-5C16-4E03-94C3-655B64E326A1}" type="pres">
      <dgm:prSet presAssocID="{A6631F84-085E-4A90-A2C0-16FCD9D58FD4}" presName="horz1" presStyleCnt="0"/>
      <dgm:spPr/>
    </dgm:pt>
    <dgm:pt modelId="{6B5EFF7B-3365-4526-BC95-531D31AC19D1}" type="pres">
      <dgm:prSet presAssocID="{A6631F84-085E-4A90-A2C0-16FCD9D58FD4}" presName="tx1" presStyleLbl="revTx" presStyleIdx="0" presStyleCnt="4"/>
      <dgm:spPr/>
    </dgm:pt>
    <dgm:pt modelId="{9D29B42F-0F63-4F87-9463-5BE4A76781F8}" type="pres">
      <dgm:prSet presAssocID="{A6631F84-085E-4A90-A2C0-16FCD9D58FD4}" presName="vert1" presStyleCnt="0"/>
      <dgm:spPr/>
    </dgm:pt>
    <dgm:pt modelId="{4B687B90-32C4-42BF-82F1-B546ADD8F007}" type="pres">
      <dgm:prSet presAssocID="{687D3A9F-0569-4881-9BF1-6E902E853AF9}" presName="thickLine" presStyleLbl="alignNode1" presStyleIdx="1" presStyleCnt="4"/>
      <dgm:spPr/>
    </dgm:pt>
    <dgm:pt modelId="{928996C6-FE4D-4302-BA1A-754165849B0F}" type="pres">
      <dgm:prSet presAssocID="{687D3A9F-0569-4881-9BF1-6E902E853AF9}" presName="horz1" presStyleCnt="0"/>
      <dgm:spPr/>
    </dgm:pt>
    <dgm:pt modelId="{63AA4690-7A99-4F86-8C41-B83BBCE96A43}" type="pres">
      <dgm:prSet presAssocID="{687D3A9F-0569-4881-9BF1-6E902E853AF9}" presName="tx1" presStyleLbl="revTx" presStyleIdx="1" presStyleCnt="4"/>
      <dgm:spPr/>
    </dgm:pt>
    <dgm:pt modelId="{5B26F6A4-4F5A-4AF9-A825-6A3303AFA5B7}" type="pres">
      <dgm:prSet presAssocID="{687D3A9F-0569-4881-9BF1-6E902E853AF9}" presName="vert1" presStyleCnt="0"/>
      <dgm:spPr/>
    </dgm:pt>
    <dgm:pt modelId="{1A0C265C-30BA-4AE6-B09A-738E196EABA1}" type="pres">
      <dgm:prSet presAssocID="{0FF10B61-2AC6-4977-8C6B-CE7425546F20}" presName="thickLine" presStyleLbl="alignNode1" presStyleIdx="2" presStyleCnt="4"/>
      <dgm:spPr/>
    </dgm:pt>
    <dgm:pt modelId="{08CC0F57-848D-40EC-8932-7AB5E4E9E6B1}" type="pres">
      <dgm:prSet presAssocID="{0FF10B61-2AC6-4977-8C6B-CE7425546F20}" presName="horz1" presStyleCnt="0"/>
      <dgm:spPr/>
    </dgm:pt>
    <dgm:pt modelId="{83D3936E-1E06-4116-92BB-870DDA9BEBED}" type="pres">
      <dgm:prSet presAssocID="{0FF10B61-2AC6-4977-8C6B-CE7425546F20}" presName="tx1" presStyleLbl="revTx" presStyleIdx="2" presStyleCnt="4"/>
      <dgm:spPr/>
    </dgm:pt>
    <dgm:pt modelId="{D04F7862-2593-4B6F-93A1-C83C74FBDEB5}" type="pres">
      <dgm:prSet presAssocID="{0FF10B61-2AC6-4977-8C6B-CE7425546F20}" presName="vert1" presStyleCnt="0"/>
      <dgm:spPr/>
    </dgm:pt>
    <dgm:pt modelId="{C2A3B6F8-BFA9-4D4F-90F0-14EAD95EC968}" type="pres">
      <dgm:prSet presAssocID="{6AD60E82-3290-4A37-9282-A63E8F333529}" presName="thickLine" presStyleLbl="alignNode1" presStyleIdx="3" presStyleCnt="4"/>
      <dgm:spPr/>
    </dgm:pt>
    <dgm:pt modelId="{9686F3A0-60A0-4280-B54A-45BF27F5DCEC}" type="pres">
      <dgm:prSet presAssocID="{6AD60E82-3290-4A37-9282-A63E8F333529}" presName="horz1" presStyleCnt="0"/>
      <dgm:spPr/>
    </dgm:pt>
    <dgm:pt modelId="{48BA09C3-2C4B-4ABE-8531-5DAD314B4783}" type="pres">
      <dgm:prSet presAssocID="{6AD60E82-3290-4A37-9282-A63E8F333529}" presName="tx1" presStyleLbl="revTx" presStyleIdx="3" presStyleCnt="4"/>
      <dgm:spPr/>
    </dgm:pt>
    <dgm:pt modelId="{BE8D4344-8A54-4B1B-9B8F-D91D4CDDC588}" type="pres">
      <dgm:prSet presAssocID="{6AD60E82-3290-4A37-9282-A63E8F333529}" presName="vert1" presStyleCnt="0"/>
      <dgm:spPr/>
    </dgm:pt>
  </dgm:ptLst>
  <dgm:cxnLst>
    <dgm:cxn modelId="{E3E10101-49FE-425C-BAC8-8A07155582D0}" srcId="{973E10AA-4A4B-44B2-92BC-6B783BF42A43}" destId="{A6631F84-085E-4A90-A2C0-16FCD9D58FD4}" srcOrd="0" destOrd="0" parTransId="{23704813-1B39-45D5-9040-094B276F2D7F}" sibTransId="{7314EF53-1A8A-412E-841B-120FB43A5ED4}"/>
    <dgm:cxn modelId="{06617966-F9F4-4C66-9E44-626BA7A33509}" type="presOf" srcId="{6AD60E82-3290-4A37-9282-A63E8F333529}" destId="{48BA09C3-2C4B-4ABE-8531-5DAD314B4783}" srcOrd="0" destOrd="0" presId="urn:microsoft.com/office/officeart/2008/layout/LinedList"/>
    <dgm:cxn modelId="{3DC01985-9B86-4B33-9B9E-AF7E91A1B921}" type="presOf" srcId="{687D3A9F-0569-4881-9BF1-6E902E853AF9}" destId="{63AA4690-7A99-4F86-8C41-B83BBCE96A43}" srcOrd="0" destOrd="0" presId="urn:microsoft.com/office/officeart/2008/layout/LinedList"/>
    <dgm:cxn modelId="{58670F8F-46C7-49FE-9375-3C30D98DD9B9}" type="presOf" srcId="{A6631F84-085E-4A90-A2C0-16FCD9D58FD4}" destId="{6B5EFF7B-3365-4526-BC95-531D31AC19D1}" srcOrd="0" destOrd="0" presId="urn:microsoft.com/office/officeart/2008/layout/LinedList"/>
    <dgm:cxn modelId="{159DDC8F-88B6-4E86-B12C-5B80DBB056AC}" srcId="{973E10AA-4A4B-44B2-92BC-6B783BF42A43}" destId="{0FF10B61-2AC6-4977-8C6B-CE7425546F20}" srcOrd="2" destOrd="0" parTransId="{B16D7004-BD0C-4562-AF0C-5BAD7FED4ABA}" sibTransId="{4DF3D842-87B2-4728-BF7F-FA435636C069}"/>
    <dgm:cxn modelId="{C29ED6BB-894D-4E83-9B41-721C169C6614}" type="presOf" srcId="{0FF10B61-2AC6-4977-8C6B-CE7425546F20}" destId="{83D3936E-1E06-4116-92BB-870DDA9BEBED}" srcOrd="0" destOrd="0" presId="urn:microsoft.com/office/officeart/2008/layout/LinedList"/>
    <dgm:cxn modelId="{0F0083D9-CA60-4FDB-8B0B-147B101EDC68}" srcId="{973E10AA-4A4B-44B2-92BC-6B783BF42A43}" destId="{6AD60E82-3290-4A37-9282-A63E8F333529}" srcOrd="3" destOrd="0" parTransId="{0903A807-F63E-4A20-9348-0E97F0C8EEF1}" sibTransId="{C10B2138-9F7F-455F-953C-2B59B5289CD1}"/>
    <dgm:cxn modelId="{15885BE1-F76F-45BB-8A0F-01A42BC83B5F}" type="presOf" srcId="{973E10AA-4A4B-44B2-92BC-6B783BF42A43}" destId="{D7233D4E-6F4D-4A15-A1CC-12ECC23A856A}" srcOrd="0" destOrd="0" presId="urn:microsoft.com/office/officeart/2008/layout/LinedList"/>
    <dgm:cxn modelId="{FCE003E8-F995-497E-8DB2-CDCDBEB621CB}" srcId="{973E10AA-4A4B-44B2-92BC-6B783BF42A43}" destId="{687D3A9F-0569-4881-9BF1-6E902E853AF9}" srcOrd="1" destOrd="0" parTransId="{0D70B560-16D8-4E8D-8054-2142E51C1D18}" sibTransId="{ACF34E2F-31ED-4171-9ACE-212E538D560F}"/>
    <dgm:cxn modelId="{573632C1-AC82-4C65-8876-207A8C715D47}" type="presParOf" srcId="{D7233D4E-6F4D-4A15-A1CC-12ECC23A856A}" destId="{9102FEE3-7B3C-4EF6-8EE6-580002E632DD}" srcOrd="0" destOrd="0" presId="urn:microsoft.com/office/officeart/2008/layout/LinedList"/>
    <dgm:cxn modelId="{FCC53276-DE26-4A5A-A916-DD2AA5105E48}" type="presParOf" srcId="{D7233D4E-6F4D-4A15-A1CC-12ECC23A856A}" destId="{61658C31-5C16-4E03-94C3-655B64E326A1}" srcOrd="1" destOrd="0" presId="urn:microsoft.com/office/officeart/2008/layout/LinedList"/>
    <dgm:cxn modelId="{6B27CB2F-1DCB-4745-9141-8F24F75A145B}" type="presParOf" srcId="{61658C31-5C16-4E03-94C3-655B64E326A1}" destId="{6B5EFF7B-3365-4526-BC95-531D31AC19D1}" srcOrd="0" destOrd="0" presId="urn:microsoft.com/office/officeart/2008/layout/LinedList"/>
    <dgm:cxn modelId="{8B4D0C69-386F-4507-A4ED-1F639BB107E8}" type="presParOf" srcId="{61658C31-5C16-4E03-94C3-655B64E326A1}" destId="{9D29B42F-0F63-4F87-9463-5BE4A76781F8}" srcOrd="1" destOrd="0" presId="urn:microsoft.com/office/officeart/2008/layout/LinedList"/>
    <dgm:cxn modelId="{40D35545-99F7-4B57-BD21-67596CC84A22}" type="presParOf" srcId="{D7233D4E-6F4D-4A15-A1CC-12ECC23A856A}" destId="{4B687B90-32C4-42BF-82F1-B546ADD8F007}" srcOrd="2" destOrd="0" presId="urn:microsoft.com/office/officeart/2008/layout/LinedList"/>
    <dgm:cxn modelId="{534910A4-F5FF-46D0-B5AC-196CDA10199F}" type="presParOf" srcId="{D7233D4E-6F4D-4A15-A1CC-12ECC23A856A}" destId="{928996C6-FE4D-4302-BA1A-754165849B0F}" srcOrd="3" destOrd="0" presId="urn:microsoft.com/office/officeart/2008/layout/LinedList"/>
    <dgm:cxn modelId="{B352E1E2-B16B-4568-9E17-A1B6C51CD58D}" type="presParOf" srcId="{928996C6-FE4D-4302-BA1A-754165849B0F}" destId="{63AA4690-7A99-4F86-8C41-B83BBCE96A43}" srcOrd="0" destOrd="0" presId="urn:microsoft.com/office/officeart/2008/layout/LinedList"/>
    <dgm:cxn modelId="{9597A749-0E74-461F-A15C-CB271077C84F}" type="presParOf" srcId="{928996C6-FE4D-4302-BA1A-754165849B0F}" destId="{5B26F6A4-4F5A-4AF9-A825-6A3303AFA5B7}" srcOrd="1" destOrd="0" presId="urn:microsoft.com/office/officeart/2008/layout/LinedList"/>
    <dgm:cxn modelId="{A0600652-B045-4A3C-A792-33AA3542DC50}" type="presParOf" srcId="{D7233D4E-6F4D-4A15-A1CC-12ECC23A856A}" destId="{1A0C265C-30BA-4AE6-B09A-738E196EABA1}" srcOrd="4" destOrd="0" presId="urn:microsoft.com/office/officeart/2008/layout/LinedList"/>
    <dgm:cxn modelId="{F1E774D2-320C-4644-A5D3-F529943827B6}" type="presParOf" srcId="{D7233D4E-6F4D-4A15-A1CC-12ECC23A856A}" destId="{08CC0F57-848D-40EC-8932-7AB5E4E9E6B1}" srcOrd="5" destOrd="0" presId="urn:microsoft.com/office/officeart/2008/layout/LinedList"/>
    <dgm:cxn modelId="{36AE3971-AE04-44F2-AA55-A8824658A3AA}" type="presParOf" srcId="{08CC0F57-848D-40EC-8932-7AB5E4E9E6B1}" destId="{83D3936E-1E06-4116-92BB-870DDA9BEBED}" srcOrd="0" destOrd="0" presId="urn:microsoft.com/office/officeart/2008/layout/LinedList"/>
    <dgm:cxn modelId="{8875BAD0-FE86-45FB-98FB-A91E102D13BD}" type="presParOf" srcId="{08CC0F57-848D-40EC-8932-7AB5E4E9E6B1}" destId="{D04F7862-2593-4B6F-93A1-C83C74FBDEB5}" srcOrd="1" destOrd="0" presId="urn:microsoft.com/office/officeart/2008/layout/LinedList"/>
    <dgm:cxn modelId="{33CF07C2-C511-471C-9EBD-4BA5CFDACA24}" type="presParOf" srcId="{D7233D4E-6F4D-4A15-A1CC-12ECC23A856A}" destId="{C2A3B6F8-BFA9-4D4F-90F0-14EAD95EC968}" srcOrd="6" destOrd="0" presId="urn:microsoft.com/office/officeart/2008/layout/LinedList"/>
    <dgm:cxn modelId="{07516E19-490E-4E60-95DF-2ACB1A2F9A1A}" type="presParOf" srcId="{D7233D4E-6F4D-4A15-A1CC-12ECC23A856A}" destId="{9686F3A0-60A0-4280-B54A-45BF27F5DCEC}" srcOrd="7" destOrd="0" presId="urn:microsoft.com/office/officeart/2008/layout/LinedList"/>
    <dgm:cxn modelId="{A3B64299-67E0-4D17-A0E5-E6652E09C30C}" type="presParOf" srcId="{9686F3A0-60A0-4280-B54A-45BF27F5DCEC}" destId="{48BA09C3-2C4B-4ABE-8531-5DAD314B4783}" srcOrd="0" destOrd="0" presId="urn:microsoft.com/office/officeart/2008/layout/LinedList"/>
    <dgm:cxn modelId="{9EA2B85D-5C52-4380-9880-C9EB1A579CCB}" type="presParOf" srcId="{9686F3A0-60A0-4280-B54A-45BF27F5DCEC}" destId="{BE8D4344-8A54-4B1B-9B8F-D91D4CDDC5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783D0B2-E416-4917-B484-D3CB40C5FE0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4736AFE-451E-4FBD-BD54-A65275D0AB2C}">
      <dgm:prSet/>
      <dgm:spPr/>
      <dgm:t>
        <a:bodyPr/>
        <a:lstStyle/>
        <a:p>
          <a:r>
            <a:rPr lang="en-US"/>
            <a:t>CNN significantly outperformed ANN by ~4.4%.</a:t>
          </a:r>
        </a:p>
      </dgm:t>
    </dgm:pt>
    <dgm:pt modelId="{A4190799-E48D-4FEA-8DDD-BDB444AB5980}" type="parTrans" cxnId="{B91BF396-FE9B-4257-B3C5-A2F9E365AA19}">
      <dgm:prSet/>
      <dgm:spPr/>
      <dgm:t>
        <a:bodyPr/>
        <a:lstStyle/>
        <a:p>
          <a:endParaRPr lang="en-US"/>
        </a:p>
      </dgm:t>
    </dgm:pt>
    <dgm:pt modelId="{B07E87AF-7EA3-4791-A840-ECCB1E544C3D}" type="sibTrans" cxnId="{B91BF396-FE9B-4257-B3C5-A2F9E365AA19}">
      <dgm:prSet/>
      <dgm:spPr/>
      <dgm:t>
        <a:bodyPr/>
        <a:lstStyle/>
        <a:p>
          <a:endParaRPr lang="en-US"/>
        </a:p>
      </dgm:t>
    </dgm:pt>
    <dgm:pt modelId="{5FE008BE-8DDD-4C02-8CF8-81E1D5A7EB20}">
      <dgm:prSet/>
      <dgm:spPr/>
      <dgm:t>
        <a:bodyPr/>
        <a:lstStyle/>
        <a:p>
          <a:r>
            <a:rPr lang="en-US"/>
            <a:t>Confusion mainly occurred between visually similar classes (Shirt vs Coat).</a:t>
          </a:r>
        </a:p>
      </dgm:t>
    </dgm:pt>
    <dgm:pt modelId="{02356C51-C099-43A6-8199-91AEF43043A9}" type="parTrans" cxnId="{8CDF799E-8329-4766-90E2-CC94FCDE91B5}">
      <dgm:prSet/>
      <dgm:spPr/>
      <dgm:t>
        <a:bodyPr/>
        <a:lstStyle/>
        <a:p>
          <a:endParaRPr lang="en-US"/>
        </a:p>
      </dgm:t>
    </dgm:pt>
    <dgm:pt modelId="{B014DD09-7704-4006-95ED-9DD76A2D862B}" type="sibTrans" cxnId="{8CDF799E-8329-4766-90E2-CC94FCDE91B5}">
      <dgm:prSet/>
      <dgm:spPr/>
      <dgm:t>
        <a:bodyPr/>
        <a:lstStyle/>
        <a:p>
          <a:endParaRPr lang="en-US"/>
        </a:p>
      </dgm:t>
    </dgm:pt>
    <dgm:pt modelId="{7B641676-F3B8-4E3B-95DF-F2DC1F072120}">
      <dgm:prSet/>
      <dgm:spPr/>
      <dgm:t>
        <a:bodyPr/>
        <a:lstStyle/>
        <a:p>
          <a:r>
            <a:rPr lang="en-US" dirty="0"/>
            <a:t>High precision achieved for distinct classes (Sneaker, Sandal).</a:t>
          </a:r>
        </a:p>
      </dgm:t>
    </dgm:pt>
    <dgm:pt modelId="{232712E8-79DB-4EB4-85AF-C740C3E58EE1}" type="parTrans" cxnId="{926F8ABB-9B29-49C3-B6A3-3EE14829DF53}">
      <dgm:prSet/>
      <dgm:spPr/>
      <dgm:t>
        <a:bodyPr/>
        <a:lstStyle/>
        <a:p>
          <a:endParaRPr lang="en-US"/>
        </a:p>
      </dgm:t>
    </dgm:pt>
    <dgm:pt modelId="{7FBCFC2A-EC1B-4CC7-BFEF-2E7ED856E75F}" type="sibTrans" cxnId="{926F8ABB-9B29-49C3-B6A3-3EE14829DF53}">
      <dgm:prSet/>
      <dgm:spPr/>
      <dgm:t>
        <a:bodyPr/>
        <a:lstStyle/>
        <a:p>
          <a:endParaRPr lang="en-US"/>
        </a:p>
      </dgm:t>
    </dgm:pt>
    <dgm:pt modelId="{8A9F9821-2F91-4113-9610-388E2B7FAC05}">
      <dgm:prSet/>
      <dgm:spPr/>
      <dgm:t>
        <a:bodyPr/>
        <a:lstStyle/>
        <a:p>
          <a:r>
            <a:rPr lang="en-US" dirty="0"/>
            <a:t>Results validate the efficiency of CNN for image-based learning tasks.</a:t>
          </a:r>
        </a:p>
      </dgm:t>
    </dgm:pt>
    <dgm:pt modelId="{FABA6620-2A59-4186-8633-070D99B107C6}" type="parTrans" cxnId="{CF2F1DF5-68BF-4401-BEF8-968AC7935DB2}">
      <dgm:prSet/>
      <dgm:spPr/>
      <dgm:t>
        <a:bodyPr/>
        <a:lstStyle/>
        <a:p>
          <a:endParaRPr lang="en-US"/>
        </a:p>
      </dgm:t>
    </dgm:pt>
    <dgm:pt modelId="{C06CBF1B-C767-49E8-A7AA-525233172F34}" type="sibTrans" cxnId="{CF2F1DF5-68BF-4401-BEF8-968AC7935DB2}">
      <dgm:prSet/>
      <dgm:spPr/>
      <dgm:t>
        <a:bodyPr/>
        <a:lstStyle/>
        <a:p>
          <a:endParaRPr lang="en-US"/>
        </a:p>
      </dgm:t>
    </dgm:pt>
    <dgm:pt modelId="{D1ACB0F1-EBAF-46F2-A1CE-AEF3AE4FD930}">
      <dgm:prSet/>
      <dgm:spPr/>
      <dgm:t>
        <a:bodyPr/>
        <a:lstStyle/>
        <a:p>
          <a:r>
            <a:rPr lang="en-US" dirty="0"/>
            <a:t>CNN </a:t>
          </a:r>
          <a:r>
            <a:rPr lang="en-US" dirty="0" err="1"/>
            <a:t>achived</a:t>
          </a:r>
          <a:r>
            <a:rPr lang="en-US" dirty="0"/>
            <a:t> higher generalization performance due to convolutional feature extraction</a:t>
          </a:r>
        </a:p>
      </dgm:t>
    </dgm:pt>
    <dgm:pt modelId="{F805B24C-508E-45AC-B8A1-9CC03A60FA20}" type="parTrans" cxnId="{4C00AC28-BBBC-4392-BD69-57AEF9902D16}">
      <dgm:prSet/>
      <dgm:spPr/>
      <dgm:t>
        <a:bodyPr/>
        <a:lstStyle/>
        <a:p>
          <a:endParaRPr lang="en-IN"/>
        </a:p>
      </dgm:t>
    </dgm:pt>
    <dgm:pt modelId="{5B30CBAF-E448-4BEE-8AC7-F8E2C9569E70}" type="sibTrans" cxnId="{4C00AC28-BBBC-4392-BD69-57AEF9902D16}">
      <dgm:prSet/>
      <dgm:spPr/>
      <dgm:t>
        <a:bodyPr/>
        <a:lstStyle/>
        <a:p>
          <a:endParaRPr lang="en-IN"/>
        </a:p>
      </dgm:t>
    </dgm:pt>
    <dgm:pt modelId="{D8403A39-E40C-4E81-B870-A2F9BB0FD194}">
      <dgm:prSet/>
      <dgm:spPr/>
      <dgm:t>
        <a:bodyPr/>
        <a:lstStyle/>
        <a:p>
          <a:r>
            <a:rPr lang="en-US" dirty="0"/>
            <a:t>ANN performed adequately but lacked spatial awareness</a:t>
          </a:r>
        </a:p>
      </dgm:t>
    </dgm:pt>
    <dgm:pt modelId="{4F417B02-3399-4274-8E5B-AF6E871A769D}" type="parTrans" cxnId="{DA011784-950B-4C68-9AEE-71D7CD453E93}">
      <dgm:prSet/>
      <dgm:spPr/>
      <dgm:t>
        <a:bodyPr/>
        <a:lstStyle/>
        <a:p>
          <a:endParaRPr lang="en-IN"/>
        </a:p>
      </dgm:t>
    </dgm:pt>
    <dgm:pt modelId="{7CD80457-D1F2-4F94-B81A-FC509BC7E9E4}" type="sibTrans" cxnId="{DA011784-950B-4C68-9AEE-71D7CD453E93}">
      <dgm:prSet/>
      <dgm:spPr/>
      <dgm:t>
        <a:bodyPr/>
        <a:lstStyle/>
        <a:p>
          <a:endParaRPr lang="en-US"/>
        </a:p>
      </dgm:t>
    </dgm:pt>
    <dgm:pt modelId="{64C545B2-226E-4FDB-BE2C-AA42B9C436A3}">
      <dgm:prSet/>
      <dgm:spPr/>
      <dgm:t>
        <a:bodyPr/>
        <a:lstStyle/>
        <a:p>
          <a:r>
            <a:rPr lang="en-US" dirty="0"/>
            <a:t>Both models showed stable convergence with minimal overfitting</a:t>
          </a:r>
        </a:p>
      </dgm:t>
    </dgm:pt>
    <dgm:pt modelId="{59750543-A647-4959-AE03-F73C247878A9}" type="parTrans" cxnId="{94B307A4-AF9C-451C-847A-3F50E26A774C}">
      <dgm:prSet/>
      <dgm:spPr/>
      <dgm:t>
        <a:bodyPr/>
        <a:lstStyle/>
        <a:p>
          <a:endParaRPr lang="en-IN"/>
        </a:p>
      </dgm:t>
    </dgm:pt>
    <dgm:pt modelId="{ABFA7358-03ED-43CE-82DA-CD56F3D1DD5A}" type="sibTrans" cxnId="{94B307A4-AF9C-451C-847A-3F50E26A774C}">
      <dgm:prSet/>
      <dgm:spPr/>
      <dgm:t>
        <a:bodyPr/>
        <a:lstStyle/>
        <a:p>
          <a:endParaRPr lang="en-IN"/>
        </a:p>
      </dgm:t>
    </dgm:pt>
    <dgm:pt modelId="{0E9D25A6-426D-491F-915A-7907EF153A42}" type="pres">
      <dgm:prSet presAssocID="{D783D0B2-E416-4917-B484-D3CB40C5FE00}" presName="linear" presStyleCnt="0">
        <dgm:presLayoutVars>
          <dgm:animLvl val="lvl"/>
          <dgm:resizeHandles val="exact"/>
        </dgm:presLayoutVars>
      </dgm:prSet>
      <dgm:spPr/>
    </dgm:pt>
    <dgm:pt modelId="{B38ADE99-6EA5-4D27-8924-D71E1F1F4594}" type="pres">
      <dgm:prSet presAssocID="{E4736AFE-451E-4FBD-BD54-A65275D0AB2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AD791CD-26F8-41C6-9EFA-DB67B5F66A5D}" type="pres">
      <dgm:prSet presAssocID="{B07E87AF-7EA3-4791-A840-ECCB1E544C3D}" presName="spacer" presStyleCnt="0"/>
      <dgm:spPr/>
    </dgm:pt>
    <dgm:pt modelId="{61B03276-E419-498C-9DF9-D10E6EC5C9CF}" type="pres">
      <dgm:prSet presAssocID="{5FE008BE-8DDD-4C02-8CF8-81E1D5A7EB2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38E67DD-B0D6-4F75-A731-5FE7C5C92F70}" type="pres">
      <dgm:prSet presAssocID="{B014DD09-7704-4006-95ED-9DD76A2D862B}" presName="spacer" presStyleCnt="0"/>
      <dgm:spPr/>
    </dgm:pt>
    <dgm:pt modelId="{D6DDF3C4-DEBB-404A-987B-2281AC0F7C76}" type="pres">
      <dgm:prSet presAssocID="{7B641676-F3B8-4E3B-95DF-F2DC1F07212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1D43C66-DA62-4B85-AAD6-BB0E269FE79B}" type="pres">
      <dgm:prSet presAssocID="{7FBCFC2A-EC1B-4CC7-BFEF-2E7ED856E75F}" presName="spacer" presStyleCnt="0"/>
      <dgm:spPr/>
    </dgm:pt>
    <dgm:pt modelId="{8B976255-0CA6-437C-A69B-AE93133180D4}" type="pres">
      <dgm:prSet presAssocID="{8A9F9821-2F91-4113-9610-388E2B7FAC0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E3DE964-CC8B-4F27-BE0B-ECF7511A142F}" type="pres">
      <dgm:prSet presAssocID="{C06CBF1B-C767-49E8-A7AA-525233172F34}" presName="spacer" presStyleCnt="0"/>
      <dgm:spPr/>
    </dgm:pt>
    <dgm:pt modelId="{13596E6C-7B0D-40FB-B566-85028638DFE6}" type="pres">
      <dgm:prSet presAssocID="{D1ACB0F1-EBAF-46F2-A1CE-AEF3AE4FD93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7B5F062-EC2C-4968-9530-8136A8CE27B4}" type="pres">
      <dgm:prSet presAssocID="{5B30CBAF-E448-4BEE-8AC7-F8E2C9569E70}" presName="spacer" presStyleCnt="0"/>
      <dgm:spPr/>
    </dgm:pt>
    <dgm:pt modelId="{E9764617-5E59-4044-A32D-6719ACB125CD}" type="pres">
      <dgm:prSet presAssocID="{D8403A39-E40C-4E81-B870-A2F9BB0FD19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348A05E-BACB-4D02-809A-009588CB07E5}" type="pres">
      <dgm:prSet presAssocID="{7CD80457-D1F2-4F94-B81A-FC509BC7E9E4}" presName="spacer" presStyleCnt="0"/>
      <dgm:spPr/>
    </dgm:pt>
    <dgm:pt modelId="{B26F4D25-D197-4B8F-A25D-BA939240F1DB}" type="pres">
      <dgm:prSet presAssocID="{64C545B2-226E-4FDB-BE2C-AA42B9C436A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93239801-B091-42C4-A040-EEF80E1FBE16}" type="presOf" srcId="{D8403A39-E40C-4E81-B870-A2F9BB0FD194}" destId="{E9764617-5E59-4044-A32D-6719ACB125CD}" srcOrd="0" destOrd="0" presId="urn:microsoft.com/office/officeart/2005/8/layout/vList2"/>
    <dgm:cxn modelId="{4C00AC28-BBBC-4392-BD69-57AEF9902D16}" srcId="{D783D0B2-E416-4917-B484-D3CB40C5FE00}" destId="{D1ACB0F1-EBAF-46F2-A1CE-AEF3AE4FD930}" srcOrd="4" destOrd="0" parTransId="{F805B24C-508E-45AC-B8A1-9CC03A60FA20}" sibTransId="{5B30CBAF-E448-4BEE-8AC7-F8E2C9569E70}"/>
    <dgm:cxn modelId="{1795897A-1B6C-4644-B6E3-29768A167D27}" type="presOf" srcId="{8A9F9821-2F91-4113-9610-388E2B7FAC05}" destId="{8B976255-0CA6-437C-A69B-AE93133180D4}" srcOrd="0" destOrd="0" presId="urn:microsoft.com/office/officeart/2005/8/layout/vList2"/>
    <dgm:cxn modelId="{DA011784-950B-4C68-9AEE-71D7CD453E93}" srcId="{D783D0B2-E416-4917-B484-D3CB40C5FE00}" destId="{D8403A39-E40C-4E81-B870-A2F9BB0FD194}" srcOrd="5" destOrd="0" parTransId="{4F417B02-3399-4274-8E5B-AF6E871A769D}" sibTransId="{7CD80457-D1F2-4F94-B81A-FC509BC7E9E4}"/>
    <dgm:cxn modelId="{F96DB491-37F1-40D5-8C1E-DD93477A9BCA}" type="presOf" srcId="{7B641676-F3B8-4E3B-95DF-F2DC1F072120}" destId="{D6DDF3C4-DEBB-404A-987B-2281AC0F7C76}" srcOrd="0" destOrd="0" presId="urn:microsoft.com/office/officeart/2005/8/layout/vList2"/>
    <dgm:cxn modelId="{B91BF396-FE9B-4257-B3C5-A2F9E365AA19}" srcId="{D783D0B2-E416-4917-B484-D3CB40C5FE00}" destId="{E4736AFE-451E-4FBD-BD54-A65275D0AB2C}" srcOrd="0" destOrd="0" parTransId="{A4190799-E48D-4FEA-8DDD-BDB444AB5980}" sibTransId="{B07E87AF-7EA3-4791-A840-ECCB1E544C3D}"/>
    <dgm:cxn modelId="{8CDF799E-8329-4766-90E2-CC94FCDE91B5}" srcId="{D783D0B2-E416-4917-B484-D3CB40C5FE00}" destId="{5FE008BE-8DDD-4C02-8CF8-81E1D5A7EB20}" srcOrd="1" destOrd="0" parTransId="{02356C51-C099-43A6-8199-91AEF43043A9}" sibTransId="{B014DD09-7704-4006-95ED-9DD76A2D862B}"/>
    <dgm:cxn modelId="{94B307A4-AF9C-451C-847A-3F50E26A774C}" srcId="{D783D0B2-E416-4917-B484-D3CB40C5FE00}" destId="{64C545B2-226E-4FDB-BE2C-AA42B9C436A3}" srcOrd="6" destOrd="0" parTransId="{59750543-A647-4959-AE03-F73C247878A9}" sibTransId="{ABFA7358-03ED-43CE-82DA-CD56F3D1DD5A}"/>
    <dgm:cxn modelId="{C17432AF-FF85-4F58-A986-78EED040F2A5}" type="presOf" srcId="{E4736AFE-451E-4FBD-BD54-A65275D0AB2C}" destId="{B38ADE99-6EA5-4D27-8924-D71E1F1F4594}" srcOrd="0" destOrd="0" presId="urn:microsoft.com/office/officeart/2005/8/layout/vList2"/>
    <dgm:cxn modelId="{0F6504BA-150A-43FA-8C98-E012A5C9F16B}" type="presOf" srcId="{D1ACB0F1-EBAF-46F2-A1CE-AEF3AE4FD930}" destId="{13596E6C-7B0D-40FB-B566-85028638DFE6}" srcOrd="0" destOrd="0" presId="urn:microsoft.com/office/officeart/2005/8/layout/vList2"/>
    <dgm:cxn modelId="{926F8ABB-9B29-49C3-B6A3-3EE14829DF53}" srcId="{D783D0B2-E416-4917-B484-D3CB40C5FE00}" destId="{7B641676-F3B8-4E3B-95DF-F2DC1F072120}" srcOrd="2" destOrd="0" parTransId="{232712E8-79DB-4EB4-85AF-C740C3E58EE1}" sibTransId="{7FBCFC2A-EC1B-4CC7-BFEF-2E7ED856E75F}"/>
    <dgm:cxn modelId="{23BD3EC6-7BF1-4719-B22D-94CAFF95B4A4}" type="presOf" srcId="{64C545B2-226E-4FDB-BE2C-AA42B9C436A3}" destId="{B26F4D25-D197-4B8F-A25D-BA939240F1DB}" srcOrd="0" destOrd="0" presId="urn:microsoft.com/office/officeart/2005/8/layout/vList2"/>
    <dgm:cxn modelId="{BC68B2D1-8459-42EE-8F87-CDD9C851A47E}" type="presOf" srcId="{D783D0B2-E416-4917-B484-D3CB40C5FE00}" destId="{0E9D25A6-426D-491F-915A-7907EF153A42}" srcOrd="0" destOrd="0" presId="urn:microsoft.com/office/officeart/2005/8/layout/vList2"/>
    <dgm:cxn modelId="{CF2F1DF5-68BF-4401-BEF8-968AC7935DB2}" srcId="{D783D0B2-E416-4917-B484-D3CB40C5FE00}" destId="{8A9F9821-2F91-4113-9610-388E2B7FAC05}" srcOrd="3" destOrd="0" parTransId="{FABA6620-2A59-4186-8633-070D99B107C6}" sibTransId="{C06CBF1B-C767-49E8-A7AA-525233172F34}"/>
    <dgm:cxn modelId="{1DC7A0F7-D2FF-4512-9126-E43EAF3DDDE2}" type="presOf" srcId="{5FE008BE-8DDD-4C02-8CF8-81E1D5A7EB20}" destId="{61B03276-E419-498C-9DF9-D10E6EC5C9CF}" srcOrd="0" destOrd="0" presId="urn:microsoft.com/office/officeart/2005/8/layout/vList2"/>
    <dgm:cxn modelId="{800D24E0-FE70-43BB-8F58-9CA70731362A}" type="presParOf" srcId="{0E9D25A6-426D-491F-915A-7907EF153A42}" destId="{B38ADE99-6EA5-4D27-8924-D71E1F1F4594}" srcOrd="0" destOrd="0" presId="urn:microsoft.com/office/officeart/2005/8/layout/vList2"/>
    <dgm:cxn modelId="{F335FFE2-12C7-4711-B134-BAE26AEF0496}" type="presParOf" srcId="{0E9D25A6-426D-491F-915A-7907EF153A42}" destId="{DAD791CD-26F8-41C6-9EFA-DB67B5F66A5D}" srcOrd="1" destOrd="0" presId="urn:microsoft.com/office/officeart/2005/8/layout/vList2"/>
    <dgm:cxn modelId="{53C5D0BD-14DE-4679-B21C-341D6A7F56B1}" type="presParOf" srcId="{0E9D25A6-426D-491F-915A-7907EF153A42}" destId="{61B03276-E419-498C-9DF9-D10E6EC5C9CF}" srcOrd="2" destOrd="0" presId="urn:microsoft.com/office/officeart/2005/8/layout/vList2"/>
    <dgm:cxn modelId="{3EAA6678-49D3-4ECD-A67A-55DA774C717E}" type="presParOf" srcId="{0E9D25A6-426D-491F-915A-7907EF153A42}" destId="{638E67DD-B0D6-4F75-A731-5FE7C5C92F70}" srcOrd="3" destOrd="0" presId="urn:microsoft.com/office/officeart/2005/8/layout/vList2"/>
    <dgm:cxn modelId="{2552C8B0-93CD-4679-B1C1-D89FCDF710DF}" type="presParOf" srcId="{0E9D25A6-426D-491F-915A-7907EF153A42}" destId="{D6DDF3C4-DEBB-404A-987B-2281AC0F7C76}" srcOrd="4" destOrd="0" presId="urn:microsoft.com/office/officeart/2005/8/layout/vList2"/>
    <dgm:cxn modelId="{90C0AC22-AA0A-4AA7-B40F-57375B0AA820}" type="presParOf" srcId="{0E9D25A6-426D-491F-915A-7907EF153A42}" destId="{31D43C66-DA62-4B85-AAD6-BB0E269FE79B}" srcOrd="5" destOrd="0" presId="urn:microsoft.com/office/officeart/2005/8/layout/vList2"/>
    <dgm:cxn modelId="{257CFFDB-F22A-457E-B15C-660FDA0992CF}" type="presParOf" srcId="{0E9D25A6-426D-491F-915A-7907EF153A42}" destId="{8B976255-0CA6-437C-A69B-AE93133180D4}" srcOrd="6" destOrd="0" presId="urn:microsoft.com/office/officeart/2005/8/layout/vList2"/>
    <dgm:cxn modelId="{86F8D2E0-8E53-4B61-8D87-4C3D180D9B75}" type="presParOf" srcId="{0E9D25A6-426D-491F-915A-7907EF153A42}" destId="{7E3DE964-CC8B-4F27-BE0B-ECF7511A142F}" srcOrd="7" destOrd="0" presId="urn:microsoft.com/office/officeart/2005/8/layout/vList2"/>
    <dgm:cxn modelId="{6EB27F4A-A70E-4D50-8A23-49B663D78BAA}" type="presParOf" srcId="{0E9D25A6-426D-491F-915A-7907EF153A42}" destId="{13596E6C-7B0D-40FB-B566-85028638DFE6}" srcOrd="8" destOrd="0" presId="urn:microsoft.com/office/officeart/2005/8/layout/vList2"/>
    <dgm:cxn modelId="{95B00856-B4FE-4009-ADB7-AD222FB0B821}" type="presParOf" srcId="{0E9D25A6-426D-491F-915A-7907EF153A42}" destId="{87B5F062-EC2C-4968-9530-8136A8CE27B4}" srcOrd="9" destOrd="0" presId="urn:microsoft.com/office/officeart/2005/8/layout/vList2"/>
    <dgm:cxn modelId="{D1BC4A32-FC4A-4946-B57C-1CAE111E3063}" type="presParOf" srcId="{0E9D25A6-426D-491F-915A-7907EF153A42}" destId="{E9764617-5E59-4044-A32D-6719ACB125CD}" srcOrd="10" destOrd="0" presId="urn:microsoft.com/office/officeart/2005/8/layout/vList2"/>
    <dgm:cxn modelId="{55E8623D-80C4-4318-B3FB-4C5FE8D70CB9}" type="presParOf" srcId="{0E9D25A6-426D-491F-915A-7907EF153A42}" destId="{C348A05E-BACB-4D02-809A-009588CB07E5}" srcOrd="11" destOrd="0" presId="urn:microsoft.com/office/officeart/2005/8/layout/vList2"/>
    <dgm:cxn modelId="{805FABE4-3902-47C1-A12D-6AA5323D3C2A}" type="presParOf" srcId="{0E9D25A6-426D-491F-915A-7907EF153A42}" destId="{B26F4D25-D197-4B8F-A25D-BA939240F1D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BA8EF15-7A46-4FB2-95BA-2C5B5F8C7974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B0DEDAC-5C62-4E2E-BBED-5371BA5AFDED}">
      <dgm:prSet/>
      <dgm:spPr/>
      <dgm:t>
        <a:bodyPr/>
        <a:lstStyle/>
        <a:p>
          <a:r>
            <a:rPr lang="en-US"/>
            <a:t>Successfully implemented and compared ANN and CNN architectures.</a:t>
          </a:r>
        </a:p>
      </dgm:t>
    </dgm:pt>
    <dgm:pt modelId="{3D536261-7862-4972-8844-E4CE208D7130}" type="parTrans" cxnId="{95816026-A6D5-4966-B98B-3FE313BE9FF0}">
      <dgm:prSet/>
      <dgm:spPr/>
      <dgm:t>
        <a:bodyPr/>
        <a:lstStyle/>
        <a:p>
          <a:endParaRPr lang="en-US"/>
        </a:p>
      </dgm:t>
    </dgm:pt>
    <dgm:pt modelId="{3A287982-C9A0-4E6D-9FA5-E6A7E54F6A6B}" type="sibTrans" cxnId="{95816026-A6D5-4966-B98B-3FE313BE9FF0}">
      <dgm:prSet/>
      <dgm:spPr/>
      <dgm:t>
        <a:bodyPr/>
        <a:lstStyle/>
        <a:p>
          <a:endParaRPr lang="en-US"/>
        </a:p>
      </dgm:t>
    </dgm:pt>
    <dgm:pt modelId="{42544EBB-B5AA-4F4E-B0FA-BE4A2DD9FFF5}">
      <dgm:prSet/>
      <dgm:spPr/>
      <dgm:t>
        <a:bodyPr/>
        <a:lstStyle/>
        <a:p>
          <a:r>
            <a:rPr lang="en-US"/>
            <a:t>CNN achieved higher accuracy and better generalization.</a:t>
          </a:r>
        </a:p>
      </dgm:t>
    </dgm:pt>
    <dgm:pt modelId="{92C6EE2B-ACFF-4F0B-A7C8-8AD1A9FC6598}" type="parTrans" cxnId="{95B1AB8E-185E-4E0B-A697-54BBB5360D91}">
      <dgm:prSet/>
      <dgm:spPr/>
      <dgm:t>
        <a:bodyPr/>
        <a:lstStyle/>
        <a:p>
          <a:endParaRPr lang="en-US"/>
        </a:p>
      </dgm:t>
    </dgm:pt>
    <dgm:pt modelId="{EBA62B2A-6579-4C20-8EAC-EBC58A3C3FA4}" type="sibTrans" cxnId="{95B1AB8E-185E-4E0B-A697-54BBB5360D91}">
      <dgm:prSet/>
      <dgm:spPr/>
      <dgm:t>
        <a:bodyPr/>
        <a:lstStyle/>
        <a:p>
          <a:endParaRPr lang="en-US"/>
        </a:p>
      </dgm:t>
    </dgm:pt>
    <dgm:pt modelId="{C05E7427-B4CE-425E-90CA-82F23A67AEC2}">
      <dgm:prSet/>
      <dgm:spPr/>
      <dgm:t>
        <a:bodyPr/>
        <a:lstStyle/>
        <a:p>
          <a:r>
            <a:rPr lang="en-US"/>
            <a:t>Demonstrated key concepts of neural network training and evaluation.</a:t>
          </a:r>
        </a:p>
      </dgm:t>
    </dgm:pt>
    <dgm:pt modelId="{D87098E5-35ED-4233-BC00-C36F6E4B6F04}" type="parTrans" cxnId="{BA559172-3A3F-4CD7-80F0-940609F989B8}">
      <dgm:prSet/>
      <dgm:spPr/>
      <dgm:t>
        <a:bodyPr/>
        <a:lstStyle/>
        <a:p>
          <a:endParaRPr lang="en-US"/>
        </a:p>
      </dgm:t>
    </dgm:pt>
    <dgm:pt modelId="{9A1FE12D-0EBD-43F4-8285-23FB882C4738}" type="sibTrans" cxnId="{BA559172-3A3F-4CD7-80F0-940609F989B8}">
      <dgm:prSet/>
      <dgm:spPr/>
      <dgm:t>
        <a:bodyPr/>
        <a:lstStyle/>
        <a:p>
          <a:endParaRPr lang="en-US"/>
        </a:p>
      </dgm:t>
    </dgm:pt>
    <dgm:pt modelId="{ED600166-C0A8-4E43-B841-70A023CF5143}">
      <dgm:prSet/>
      <dgm:spPr/>
      <dgm:t>
        <a:bodyPr/>
        <a:lstStyle/>
        <a:p>
          <a:r>
            <a:rPr lang="en-US" dirty="0"/>
            <a:t>Learned insights into data preprocessing, model tuning, and analysis.</a:t>
          </a:r>
        </a:p>
      </dgm:t>
    </dgm:pt>
    <dgm:pt modelId="{3B226E7D-2358-4910-9B2B-8BA57AA97268}" type="parTrans" cxnId="{9ED87CD4-EE51-4C90-B450-704E3A10DD3A}">
      <dgm:prSet/>
      <dgm:spPr/>
      <dgm:t>
        <a:bodyPr/>
        <a:lstStyle/>
        <a:p>
          <a:endParaRPr lang="en-US"/>
        </a:p>
      </dgm:t>
    </dgm:pt>
    <dgm:pt modelId="{B099F222-C145-4FE5-AAE2-D8A600DB73F7}" type="sibTrans" cxnId="{9ED87CD4-EE51-4C90-B450-704E3A10DD3A}">
      <dgm:prSet/>
      <dgm:spPr/>
      <dgm:t>
        <a:bodyPr/>
        <a:lstStyle/>
        <a:p>
          <a:endParaRPr lang="en-US"/>
        </a:p>
      </dgm:t>
    </dgm:pt>
    <dgm:pt modelId="{AA66BAA2-95C9-4BAA-BA69-78759A6C7C8C}">
      <dgm:prSet/>
      <dgm:spPr/>
      <dgm:t>
        <a:bodyPr/>
        <a:lstStyle/>
        <a:p>
          <a:r>
            <a:rPr lang="en-US" dirty="0"/>
            <a:t>Both models trained </a:t>
          </a:r>
          <a:r>
            <a:rPr lang="en-US" dirty="0" err="1"/>
            <a:t>stabily</a:t>
          </a:r>
          <a:r>
            <a:rPr lang="en-US" dirty="0"/>
            <a:t> with consistent accuracy and loss </a:t>
          </a:r>
          <a:r>
            <a:rPr lang="en-US" dirty="0" err="1"/>
            <a:t>curves,confirming</a:t>
          </a:r>
          <a:r>
            <a:rPr lang="en-US" dirty="0"/>
            <a:t> robust learning </a:t>
          </a:r>
          <a:r>
            <a:rPr lang="en-US" dirty="0" err="1"/>
            <a:t>behaviour</a:t>
          </a:r>
          <a:r>
            <a:rPr lang="en-US" dirty="0"/>
            <a:t>.</a:t>
          </a:r>
        </a:p>
      </dgm:t>
    </dgm:pt>
    <dgm:pt modelId="{5A4F8BEA-7FCE-4A8F-8057-3DD75BB96FBF}" type="parTrans" cxnId="{4CF01018-7CD1-42ED-8E48-895D4BA2CEB9}">
      <dgm:prSet/>
      <dgm:spPr/>
      <dgm:t>
        <a:bodyPr/>
        <a:lstStyle/>
        <a:p>
          <a:endParaRPr lang="en-IN"/>
        </a:p>
      </dgm:t>
    </dgm:pt>
    <dgm:pt modelId="{421B517F-3150-4AF3-81F5-CEBB9D647A39}" type="sibTrans" cxnId="{4CF01018-7CD1-42ED-8E48-895D4BA2CEB9}">
      <dgm:prSet/>
      <dgm:spPr/>
      <dgm:t>
        <a:bodyPr/>
        <a:lstStyle/>
        <a:p>
          <a:endParaRPr lang="en-IN"/>
        </a:p>
      </dgm:t>
    </dgm:pt>
    <dgm:pt modelId="{7EACA96E-7439-4169-BCD8-465A9CCC0DAB}" type="pres">
      <dgm:prSet presAssocID="{0BA8EF15-7A46-4FB2-95BA-2C5B5F8C7974}" presName="vert0" presStyleCnt="0">
        <dgm:presLayoutVars>
          <dgm:dir/>
          <dgm:animOne val="branch"/>
          <dgm:animLvl val="lvl"/>
        </dgm:presLayoutVars>
      </dgm:prSet>
      <dgm:spPr/>
    </dgm:pt>
    <dgm:pt modelId="{EF3EA648-F444-4D68-AB83-F830A5F57012}" type="pres">
      <dgm:prSet presAssocID="{6B0DEDAC-5C62-4E2E-BBED-5371BA5AFDED}" presName="thickLine" presStyleLbl="alignNode1" presStyleIdx="0" presStyleCnt="5"/>
      <dgm:spPr/>
    </dgm:pt>
    <dgm:pt modelId="{8D59C8B3-168D-45E8-874E-FB1857E9E0BF}" type="pres">
      <dgm:prSet presAssocID="{6B0DEDAC-5C62-4E2E-BBED-5371BA5AFDED}" presName="horz1" presStyleCnt="0"/>
      <dgm:spPr/>
    </dgm:pt>
    <dgm:pt modelId="{C58DB45F-488B-4EA3-B1F7-636199122F4D}" type="pres">
      <dgm:prSet presAssocID="{6B0DEDAC-5C62-4E2E-BBED-5371BA5AFDED}" presName="tx1" presStyleLbl="revTx" presStyleIdx="0" presStyleCnt="5"/>
      <dgm:spPr/>
    </dgm:pt>
    <dgm:pt modelId="{9508EA84-30FF-4F68-ACED-B3AFDEC9AF7A}" type="pres">
      <dgm:prSet presAssocID="{6B0DEDAC-5C62-4E2E-BBED-5371BA5AFDED}" presName="vert1" presStyleCnt="0"/>
      <dgm:spPr/>
    </dgm:pt>
    <dgm:pt modelId="{03420F00-CC45-4FE6-ADBE-BC8DF038C345}" type="pres">
      <dgm:prSet presAssocID="{42544EBB-B5AA-4F4E-B0FA-BE4A2DD9FFF5}" presName="thickLine" presStyleLbl="alignNode1" presStyleIdx="1" presStyleCnt="5"/>
      <dgm:spPr/>
    </dgm:pt>
    <dgm:pt modelId="{4FC302B1-EF87-4E2F-834D-FF63E2E740A1}" type="pres">
      <dgm:prSet presAssocID="{42544EBB-B5AA-4F4E-B0FA-BE4A2DD9FFF5}" presName="horz1" presStyleCnt="0"/>
      <dgm:spPr/>
    </dgm:pt>
    <dgm:pt modelId="{2BE497E9-EF7A-4136-BABB-26C28C642544}" type="pres">
      <dgm:prSet presAssocID="{42544EBB-B5AA-4F4E-B0FA-BE4A2DD9FFF5}" presName="tx1" presStyleLbl="revTx" presStyleIdx="1" presStyleCnt="5"/>
      <dgm:spPr/>
    </dgm:pt>
    <dgm:pt modelId="{F42A7980-B984-466B-AA22-40B3885C7DCA}" type="pres">
      <dgm:prSet presAssocID="{42544EBB-B5AA-4F4E-B0FA-BE4A2DD9FFF5}" presName="vert1" presStyleCnt="0"/>
      <dgm:spPr/>
    </dgm:pt>
    <dgm:pt modelId="{2BECBBA1-5DE4-4398-8B67-E3F280FDF82A}" type="pres">
      <dgm:prSet presAssocID="{C05E7427-B4CE-425E-90CA-82F23A67AEC2}" presName="thickLine" presStyleLbl="alignNode1" presStyleIdx="2" presStyleCnt="5"/>
      <dgm:spPr/>
    </dgm:pt>
    <dgm:pt modelId="{8A718986-EAEF-490C-B56C-D3B7C75EBEFC}" type="pres">
      <dgm:prSet presAssocID="{C05E7427-B4CE-425E-90CA-82F23A67AEC2}" presName="horz1" presStyleCnt="0"/>
      <dgm:spPr/>
    </dgm:pt>
    <dgm:pt modelId="{B3EDE490-63CC-4E0A-98BE-D48E847C44B9}" type="pres">
      <dgm:prSet presAssocID="{C05E7427-B4CE-425E-90CA-82F23A67AEC2}" presName="tx1" presStyleLbl="revTx" presStyleIdx="2" presStyleCnt="5"/>
      <dgm:spPr/>
    </dgm:pt>
    <dgm:pt modelId="{E82EE862-74E8-4280-85D4-DBA055CFD545}" type="pres">
      <dgm:prSet presAssocID="{C05E7427-B4CE-425E-90CA-82F23A67AEC2}" presName="vert1" presStyleCnt="0"/>
      <dgm:spPr/>
    </dgm:pt>
    <dgm:pt modelId="{27C6238C-C9EB-4F03-A2C4-A3AAF5321FEA}" type="pres">
      <dgm:prSet presAssocID="{ED600166-C0A8-4E43-B841-70A023CF5143}" presName="thickLine" presStyleLbl="alignNode1" presStyleIdx="3" presStyleCnt="5"/>
      <dgm:spPr/>
    </dgm:pt>
    <dgm:pt modelId="{96B5E117-2ABE-4B01-BDF4-4704685CD0F3}" type="pres">
      <dgm:prSet presAssocID="{ED600166-C0A8-4E43-B841-70A023CF5143}" presName="horz1" presStyleCnt="0"/>
      <dgm:spPr/>
    </dgm:pt>
    <dgm:pt modelId="{0169BBDE-2AAF-40CA-A7FF-CCC6D521365A}" type="pres">
      <dgm:prSet presAssocID="{ED600166-C0A8-4E43-B841-70A023CF5143}" presName="tx1" presStyleLbl="revTx" presStyleIdx="3" presStyleCnt="5"/>
      <dgm:spPr/>
    </dgm:pt>
    <dgm:pt modelId="{7E963503-DD53-4362-B292-0355AFB2C137}" type="pres">
      <dgm:prSet presAssocID="{ED600166-C0A8-4E43-B841-70A023CF5143}" presName="vert1" presStyleCnt="0"/>
      <dgm:spPr/>
    </dgm:pt>
    <dgm:pt modelId="{E5C45D6F-AA51-47B4-BC5C-0D4829848672}" type="pres">
      <dgm:prSet presAssocID="{AA66BAA2-95C9-4BAA-BA69-78759A6C7C8C}" presName="thickLine" presStyleLbl="alignNode1" presStyleIdx="4" presStyleCnt="5"/>
      <dgm:spPr/>
    </dgm:pt>
    <dgm:pt modelId="{7930C09A-9A0F-44A7-A5D6-6E9FE10F5703}" type="pres">
      <dgm:prSet presAssocID="{AA66BAA2-95C9-4BAA-BA69-78759A6C7C8C}" presName="horz1" presStyleCnt="0"/>
      <dgm:spPr/>
    </dgm:pt>
    <dgm:pt modelId="{A06021C0-6A9A-42E8-9634-62F7FBB11672}" type="pres">
      <dgm:prSet presAssocID="{AA66BAA2-95C9-4BAA-BA69-78759A6C7C8C}" presName="tx1" presStyleLbl="revTx" presStyleIdx="4" presStyleCnt="5"/>
      <dgm:spPr/>
    </dgm:pt>
    <dgm:pt modelId="{E97BFBC0-7544-4E4A-98D6-B3A3070BFC81}" type="pres">
      <dgm:prSet presAssocID="{AA66BAA2-95C9-4BAA-BA69-78759A6C7C8C}" presName="vert1" presStyleCnt="0"/>
      <dgm:spPr/>
    </dgm:pt>
  </dgm:ptLst>
  <dgm:cxnLst>
    <dgm:cxn modelId="{4CF01018-7CD1-42ED-8E48-895D4BA2CEB9}" srcId="{0BA8EF15-7A46-4FB2-95BA-2C5B5F8C7974}" destId="{AA66BAA2-95C9-4BAA-BA69-78759A6C7C8C}" srcOrd="4" destOrd="0" parTransId="{5A4F8BEA-7FCE-4A8F-8057-3DD75BB96FBF}" sibTransId="{421B517F-3150-4AF3-81F5-CEBB9D647A39}"/>
    <dgm:cxn modelId="{95816026-A6D5-4966-B98B-3FE313BE9FF0}" srcId="{0BA8EF15-7A46-4FB2-95BA-2C5B5F8C7974}" destId="{6B0DEDAC-5C62-4E2E-BBED-5371BA5AFDED}" srcOrd="0" destOrd="0" parTransId="{3D536261-7862-4972-8844-E4CE208D7130}" sibTransId="{3A287982-C9A0-4E6D-9FA5-E6A7E54F6A6B}"/>
    <dgm:cxn modelId="{615E7445-F4CC-4B80-8498-CCEEAA03A6C0}" type="presOf" srcId="{C05E7427-B4CE-425E-90CA-82F23A67AEC2}" destId="{B3EDE490-63CC-4E0A-98BE-D48E847C44B9}" srcOrd="0" destOrd="0" presId="urn:microsoft.com/office/officeart/2008/layout/LinedList"/>
    <dgm:cxn modelId="{94FFF94D-F945-4B60-90A5-F4F47FE0AB2D}" type="presOf" srcId="{0BA8EF15-7A46-4FB2-95BA-2C5B5F8C7974}" destId="{7EACA96E-7439-4169-BCD8-465A9CCC0DAB}" srcOrd="0" destOrd="0" presId="urn:microsoft.com/office/officeart/2008/layout/LinedList"/>
    <dgm:cxn modelId="{BA559172-3A3F-4CD7-80F0-940609F989B8}" srcId="{0BA8EF15-7A46-4FB2-95BA-2C5B5F8C7974}" destId="{C05E7427-B4CE-425E-90CA-82F23A67AEC2}" srcOrd="2" destOrd="0" parTransId="{D87098E5-35ED-4233-BC00-C36F6E4B6F04}" sibTransId="{9A1FE12D-0EBD-43F4-8285-23FB882C4738}"/>
    <dgm:cxn modelId="{95B1AB8E-185E-4E0B-A697-54BBB5360D91}" srcId="{0BA8EF15-7A46-4FB2-95BA-2C5B5F8C7974}" destId="{42544EBB-B5AA-4F4E-B0FA-BE4A2DD9FFF5}" srcOrd="1" destOrd="0" parTransId="{92C6EE2B-ACFF-4F0B-A7C8-8AD1A9FC6598}" sibTransId="{EBA62B2A-6579-4C20-8EAC-EBC58A3C3FA4}"/>
    <dgm:cxn modelId="{D4CDA299-1F59-4943-8774-C052B40D43F9}" type="presOf" srcId="{AA66BAA2-95C9-4BAA-BA69-78759A6C7C8C}" destId="{A06021C0-6A9A-42E8-9634-62F7FBB11672}" srcOrd="0" destOrd="0" presId="urn:microsoft.com/office/officeart/2008/layout/LinedList"/>
    <dgm:cxn modelId="{BA71BB9B-BF02-451F-906F-52B878298CE5}" type="presOf" srcId="{ED600166-C0A8-4E43-B841-70A023CF5143}" destId="{0169BBDE-2AAF-40CA-A7FF-CCC6D521365A}" srcOrd="0" destOrd="0" presId="urn:microsoft.com/office/officeart/2008/layout/LinedList"/>
    <dgm:cxn modelId="{7F170C9D-DAC0-4C6F-B91D-EB8C9F15B884}" type="presOf" srcId="{6B0DEDAC-5C62-4E2E-BBED-5371BA5AFDED}" destId="{C58DB45F-488B-4EA3-B1F7-636199122F4D}" srcOrd="0" destOrd="0" presId="urn:microsoft.com/office/officeart/2008/layout/LinedList"/>
    <dgm:cxn modelId="{9ED87CD4-EE51-4C90-B450-704E3A10DD3A}" srcId="{0BA8EF15-7A46-4FB2-95BA-2C5B5F8C7974}" destId="{ED600166-C0A8-4E43-B841-70A023CF5143}" srcOrd="3" destOrd="0" parTransId="{3B226E7D-2358-4910-9B2B-8BA57AA97268}" sibTransId="{B099F222-C145-4FE5-AAE2-D8A600DB73F7}"/>
    <dgm:cxn modelId="{5A20A9F0-48C5-4E23-8D14-E4C93C795E5A}" type="presOf" srcId="{42544EBB-B5AA-4F4E-B0FA-BE4A2DD9FFF5}" destId="{2BE497E9-EF7A-4136-BABB-26C28C642544}" srcOrd="0" destOrd="0" presId="urn:microsoft.com/office/officeart/2008/layout/LinedList"/>
    <dgm:cxn modelId="{CE040845-AD39-4E41-A48B-ADC3E874B931}" type="presParOf" srcId="{7EACA96E-7439-4169-BCD8-465A9CCC0DAB}" destId="{EF3EA648-F444-4D68-AB83-F830A5F57012}" srcOrd="0" destOrd="0" presId="urn:microsoft.com/office/officeart/2008/layout/LinedList"/>
    <dgm:cxn modelId="{9B096D6C-6F6A-4221-A1FC-5B463B569E77}" type="presParOf" srcId="{7EACA96E-7439-4169-BCD8-465A9CCC0DAB}" destId="{8D59C8B3-168D-45E8-874E-FB1857E9E0BF}" srcOrd="1" destOrd="0" presId="urn:microsoft.com/office/officeart/2008/layout/LinedList"/>
    <dgm:cxn modelId="{9314B0DD-F288-4BB9-B80D-EC62027B707E}" type="presParOf" srcId="{8D59C8B3-168D-45E8-874E-FB1857E9E0BF}" destId="{C58DB45F-488B-4EA3-B1F7-636199122F4D}" srcOrd="0" destOrd="0" presId="urn:microsoft.com/office/officeart/2008/layout/LinedList"/>
    <dgm:cxn modelId="{B9E91328-2F6C-4A1D-95BB-65953242A70F}" type="presParOf" srcId="{8D59C8B3-168D-45E8-874E-FB1857E9E0BF}" destId="{9508EA84-30FF-4F68-ACED-B3AFDEC9AF7A}" srcOrd="1" destOrd="0" presId="urn:microsoft.com/office/officeart/2008/layout/LinedList"/>
    <dgm:cxn modelId="{5D2A9BF0-0418-4135-95C8-6B9BC2234788}" type="presParOf" srcId="{7EACA96E-7439-4169-BCD8-465A9CCC0DAB}" destId="{03420F00-CC45-4FE6-ADBE-BC8DF038C345}" srcOrd="2" destOrd="0" presId="urn:microsoft.com/office/officeart/2008/layout/LinedList"/>
    <dgm:cxn modelId="{29E4B9C9-7A13-4FC7-AFCD-7C67E5483AA8}" type="presParOf" srcId="{7EACA96E-7439-4169-BCD8-465A9CCC0DAB}" destId="{4FC302B1-EF87-4E2F-834D-FF63E2E740A1}" srcOrd="3" destOrd="0" presId="urn:microsoft.com/office/officeart/2008/layout/LinedList"/>
    <dgm:cxn modelId="{B65AEDC5-5503-47C9-9BE9-027B9D55E211}" type="presParOf" srcId="{4FC302B1-EF87-4E2F-834D-FF63E2E740A1}" destId="{2BE497E9-EF7A-4136-BABB-26C28C642544}" srcOrd="0" destOrd="0" presId="urn:microsoft.com/office/officeart/2008/layout/LinedList"/>
    <dgm:cxn modelId="{59DAF052-6735-4285-845A-78E25D17A3F9}" type="presParOf" srcId="{4FC302B1-EF87-4E2F-834D-FF63E2E740A1}" destId="{F42A7980-B984-466B-AA22-40B3885C7DCA}" srcOrd="1" destOrd="0" presId="urn:microsoft.com/office/officeart/2008/layout/LinedList"/>
    <dgm:cxn modelId="{02FB4871-E2B2-4AAE-852D-E23427905F66}" type="presParOf" srcId="{7EACA96E-7439-4169-BCD8-465A9CCC0DAB}" destId="{2BECBBA1-5DE4-4398-8B67-E3F280FDF82A}" srcOrd="4" destOrd="0" presId="urn:microsoft.com/office/officeart/2008/layout/LinedList"/>
    <dgm:cxn modelId="{15EF1288-D767-4310-8FE8-A8E1DA507469}" type="presParOf" srcId="{7EACA96E-7439-4169-BCD8-465A9CCC0DAB}" destId="{8A718986-EAEF-490C-B56C-D3B7C75EBEFC}" srcOrd="5" destOrd="0" presId="urn:microsoft.com/office/officeart/2008/layout/LinedList"/>
    <dgm:cxn modelId="{C3DEF557-5CC0-417F-B045-DDD043765EB0}" type="presParOf" srcId="{8A718986-EAEF-490C-B56C-D3B7C75EBEFC}" destId="{B3EDE490-63CC-4E0A-98BE-D48E847C44B9}" srcOrd="0" destOrd="0" presId="urn:microsoft.com/office/officeart/2008/layout/LinedList"/>
    <dgm:cxn modelId="{4A7E93F1-3239-4CB8-9739-77639FA0A7BB}" type="presParOf" srcId="{8A718986-EAEF-490C-B56C-D3B7C75EBEFC}" destId="{E82EE862-74E8-4280-85D4-DBA055CFD545}" srcOrd="1" destOrd="0" presId="urn:microsoft.com/office/officeart/2008/layout/LinedList"/>
    <dgm:cxn modelId="{92F8AF8E-0A74-400C-B98C-9AF655201D00}" type="presParOf" srcId="{7EACA96E-7439-4169-BCD8-465A9CCC0DAB}" destId="{27C6238C-C9EB-4F03-A2C4-A3AAF5321FEA}" srcOrd="6" destOrd="0" presId="urn:microsoft.com/office/officeart/2008/layout/LinedList"/>
    <dgm:cxn modelId="{32300270-F88B-44FF-9995-7A11137AAC25}" type="presParOf" srcId="{7EACA96E-7439-4169-BCD8-465A9CCC0DAB}" destId="{96B5E117-2ABE-4B01-BDF4-4704685CD0F3}" srcOrd="7" destOrd="0" presId="urn:microsoft.com/office/officeart/2008/layout/LinedList"/>
    <dgm:cxn modelId="{806974F0-3180-403A-9B0A-7F0550E856A7}" type="presParOf" srcId="{96B5E117-2ABE-4B01-BDF4-4704685CD0F3}" destId="{0169BBDE-2AAF-40CA-A7FF-CCC6D521365A}" srcOrd="0" destOrd="0" presId="urn:microsoft.com/office/officeart/2008/layout/LinedList"/>
    <dgm:cxn modelId="{E8EF6383-23D5-45A7-BAEB-FA5F06DC73AA}" type="presParOf" srcId="{96B5E117-2ABE-4B01-BDF4-4704685CD0F3}" destId="{7E963503-DD53-4362-B292-0355AFB2C137}" srcOrd="1" destOrd="0" presId="urn:microsoft.com/office/officeart/2008/layout/LinedList"/>
    <dgm:cxn modelId="{F1F7BB5D-442D-4169-B524-32574C287D00}" type="presParOf" srcId="{7EACA96E-7439-4169-BCD8-465A9CCC0DAB}" destId="{E5C45D6F-AA51-47B4-BC5C-0D4829848672}" srcOrd="8" destOrd="0" presId="urn:microsoft.com/office/officeart/2008/layout/LinedList"/>
    <dgm:cxn modelId="{D995B007-8C84-4771-BC44-2B577CEE6E3B}" type="presParOf" srcId="{7EACA96E-7439-4169-BCD8-465A9CCC0DAB}" destId="{7930C09A-9A0F-44A7-A5D6-6E9FE10F5703}" srcOrd="9" destOrd="0" presId="urn:microsoft.com/office/officeart/2008/layout/LinedList"/>
    <dgm:cxn modelId="{48F763AB-7D29-42DA-B074-173265A40AAF}" type="presParOf" srcId="{7930C09A-9A0F-44A7-A5D6-6E9FE10F5703}" destId="{A06021C0-6A9A-42E8-9634-62F7FBB11672}" srcOrd="0" destOrd="0" presId="urn:microsoft.com/office/officeart/2008/layout/LinedList"/>
    <dgm:cxn modelId="{900C7387-4118-4872-92DE-2911902F1E8A}" type="presParOf" srcId="{7930C09A-9A0F-44A7-A5D6-6E9FE10F5703}" destId="{E97BFBC0-7544-4E4A-98D6-B3A3070BFC8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020E118-ACFA-4ADF-A1A8-20F8FA691D06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7466C59-127B-4A32-8A54-EA38FA2A7F0D}">
      <dgm:prSet/>
      <dgm:spPr/>
      <dgm:t>
        <a:bodyPr/>
        <a:lstStyle/>
        <a:p>
          <a:r>
            <a:rPr lang="en-US"/>
            <a:t>Implement data augmentation and dropout for improved generalization.</a:t>
          </a:r>
        </a:p>
      </dgm:t>
    </dgm:pt>
    <dgm:pt modelId="{7EE4E8F6-9B4A-4A67-B92C-EE36A43CB5F9}" type="parTrans" cxnId="{E406262F-D953-433F-A36E-72D575EC0953}">
      <dgm:prSet/>
      <dgm:spPr/>
      <dgm:t>
        <a:bodyPr/>
        <a:lstStyle/>
        <a:p>
          <a:endParaRPr lang="en-US"/>
        </a:p>
      </dgm:t>
    </dgm:pt>
    <dgm:pt modelId="{82441604-3639-40AE-9475-1ECE026BADDC}" type="sibTrans" cxnId="{E406262F-D953-433F-A36E-72D575EC0953}">
      <dgm:prSet/>
      <dgm:spPr/>
      <dgm:t>
        <a:bodyPr/>
        <a:lstStyle/>
        <a:p>
          <a:endParaRPr lang="en-US"/>
        </a:p>
      </dgm:t>
    </dgm:pt>
    <dgm:pt modelId="{7B58337F-BF3A-4C4C-B247-F913B5957B8C}">
      <dgm:prSet/>
      <dgm:spPr/>
      <dgm:t>
        <a:bodyPr/>
        <a:lstStyle/>
        <a:p>
          <a:r>
            <a:rPr lang="en-US"/>
            <a:t>Experiment with deeper CNNs or transfer learning models (e.g., VGG16).</a:t>
          </a:r>
        </a:p>
      </dgm:t>
    </dgm:pt>
    <dgm:pt modelId="{4C8898A6-ABA3-4C58-B3CD-D0D81258C633}" type="parTrans" cxnId="{0E1CCA37-12FA-44AB-980D-AAA940CA4195}">
      <dgm:prSet/>
      <dgm:spPr/>
      <dgm:t>
        <a:bodyPr/>
        <a:lstStyle/>
        <a:p>
          <a:endParaRPr lang="en-US"/>
        </a:p>
      </dgm:t>
    </dgm:pt>
    <dgm:pt modelId="{DAC80CAD-9F76-4836-A41A-329044B51694}" type="sibTrans" cxnId="{0E1CCA37-12FA-44AB-980D-AAA940CA4195}">
      <dgm:prSet/>
      <dgm:spPr/>
      <dgm:t>
        <a:bodyPr/>
        <a:lstStyle/>
        <a:p>
          <a:endParaRPr lang="en-US"/>
        </a:p>
      </dgm:t>
    </dgm:pt>
    <dgm:pt modelId="{147F4915-EF65-456F-957F-679C69B4A417}">
      <dgm:prSet/>
      <dgm:spPr/>
      <dgm:t>
        <a:bodyPr/>
        <a:lstStyle/>
        <a:p>
          <a:r>
            <a:rPr lang="en-US"/>
            <a:t>Acknowledgments: TensorFlow/Keras, Scikit-learn, Matplotlib.</a:t>
          </a:r>
        </a:p>
      </dgm:t>
    </dgm:pt>
    <dgm:pt modelId="{CD35516C-D597-42CE-A76C-E5F600A2DD68}" type="parTrans" cxnId="{CAC3F6BF-D1E6-4BE1-85EB-79CD57E4127A}">
      <dgm:prSet/>
      <dgm:spPr/>
      <dgm:t>
        <a:bodyPr/>
        <a:lstStyle/>
        <a:p>
          <a:endParaRPr lang="en-US"/>
        </a:p>
      </dgm:t>
    </dgm:pt>
    <dgm:pt modelId="{516BC3BC-6B0E-4269-8A88-C30EB3801933}" type="sibTrans" cxnId="{CAC3F6BF-D1E6-4BE1-85EB-79CD57E4127A}">
      <dgm:prSet/>
      <dgm:spPr/>
      <dgm:t>
        <a:bodyPr/>
        <a:lstStyle/>
        <a:p>
          <a:endParaRPr lang="en-US"/>
        </a:p>
      </dgm:t>
    </dgm:pt>
    <dgm:pt modelId="{5C2DAA2B-F03C-4079-97E4-C138CF6EDE0E}">
      <dgm:prSet/>
      <dgm:spPr/>
      <dgm:t>
        <a:bodyPr/>
        <a:lstStyle/>
        <a:p>
          <a:r>
            <a:rPr lang="en-US"/>
            <a:t>Thank you for your attention.</a:t>
          </a:r>
        </a:p>
      </dgm:t>
    </dgm:pt>
    <dgm:pt modelId="{50DB3753-054A-48AF-9A5A-76CC5EBEC947}" type="parTrans" cxnId="{2776AFA7-E418-453D-8B32-472CC8912D05}">
      <dgm:prSet/>
      <dgm:spPr/>
      <dgm:t>
        <a:bodyPr/>
        <a:lstStyle/>
        <a:p>
          <a:endParaRPr lang="en-US"/>
        </a:p>
      </dgm:t>
    </dgm:pt>
    <dgm:pt modelId="{AEF90A49-7CC1-408E-A209-6F95A0529D9C}" type="sibTrans" cxnId="{2776AFA7-E418-453D-8B32-472CC8912D05}">
      <dgm:prSet/>
      <dgm:spPr/>
      <dgm:t>
        <a:bodyPr/>
        <a:lstStyle/>
        <a:p>
          <a:endParaRPr lang="en-US"/>
        </a:p>
      </dgm:t>
    </dgm:pt>
    <dgm:pt modelId="{B2FE51E3-F51A-4E61-A9E6-DD26AE850CDF}" type="pres">
      <dgm:prSet presAssocID="{A020E118-ACFA-4ADF-A1A8-20F8FA691D06}" presName="vert0" presStyleCnt="0">
        <dgm:presLayoutVars>
          <dgm:dir/>
          <dgm:animOne val="branch"/>
          <dgm:animLvl val="lvl"/>
        </dgm:presLayoutVars>
      </dgm:prSet>
      <dgm:spPr/>
    </dgm:pt>
    <dgm:pt modelId="{36759DE4-35DD-4FBF-BDB6-75E8A173968B}" type="pres">
      <dgm:prSet presAssocID="{F7466C59-127B-4A32-8A54-EA38FA2A7F0D}" presName="thickLine" presStyleLbl="alignNode1" presStyleIdx="0" presStyleCnt="4"/>
      <dgm:spPr/>
    </dgm:pt>
    <dgm:pt modelId="{ED8AAF7C-0771-4369-BCEF-7AC01E2AB118}" type="pres">
      <dgm:prSet presAssocID="{F7466C59-127B-4A32-8A54-EA38FA2A7F0D}" presName="horz1" presStyleCnt="0"/>
      <dgm:spPr/>
    </dgm:pt>
    <dgm:pt modelId="{DD3F0447-3272-424F-922C-FC4AB28E40F1}" type="pres">
      <dgm:prSet presAssocID="{F7466C59-127B-4A32-8A54-EA38FA2A7F0D}" presName="tx1" presStyleLbl="revTx" presStyleIdx="0" presStyleCnt="4"/>
      <dgm:spPr/>
    </dgm:pt>
    <dgm:pt modelId="{75DB6E6E-595D-4BCC-91B5-D948ED881436}" type="pres">
      <dgm:prSet presAssocID="{F7466C59-127B-4A32-8A54-EA38FA2A7F0D}" presName="vert1" presStyleCnt="0"/>
      <dgm:spPr/>
    </dgm:pt>
    <dgm:pt modelId="{C1725825-85A4-42E6-A64A-E212A7E09B6D}" type="pres">
      <dgm:prSet presAssocID="{7B58337F-BF3A-4C4C-B247-F913B5957B8C}" presName="thickLine" presStyleLbl="alignNode1" presStyleIdx="1" presStyleCnt="4"/>
      <dgm:spPr/>
    </dgm:pt>
    <dgm:pt modelId="{11BA442F-59FA-42C7-9FBA-B571E0CDCFB8}" type="pres">
      <dgm:prSet presAssocID="{7B58337F-BF3A-4C4C-B247-F913B5957B8C}" presName="horz1" presStyleCnt="0"/>
      <dgm:spPr/>
    </dgm:pt>
    <dgm:pt modelId="{19716616-37A2-4E34-8EF0-68E6B0B8A6BC}" type="pres">
      <dgm:prSet presAssocID="{7B58337F-BF3A-4C4C-B247-F913B5957B8C}" presName="tx1" presStyleLbl="revTx" presStyleIdx="1" presStyleCnt="4"/>
      <dgm:spPr/>
    </dgm:pt>
    <dgm:pt modelId="{3F4861FB-BC09-429F-9F16-08CA8F8828D0}" type="pres">
      <dgm:prSet presAssocID="{7B58337F-BF3A-4C4C-B247-F913B5957B8C}" presName="vert1" presStyleCnt="0"/>
      <dgm:spPr/>
    </dgm:pt>
    <dgm:pt modelId="{1E5D0B42-D575-4962-B5A4-E63601DB5C52}" type="pres">
      <dgm:prSet presAssocID="{147F4915-EF65-456F-957F-679C69B4A417}" presName="thickLine" presStyleLbl="alignNode1" presStyleIdx="2" presStyleCnt="4"/>
      <dgm:spPr/>
    </dgm:pt>
    <dgm:pt modelId="{BCC18000-AFBE-46B4-8486-29226EB7E7CF}" type="pres">
      <dgm:prSet presAssocID="{147F4915-EF65-456F-957F-679C69B4A417}" presName="horz1" presStyleCnt="0"/>
      <dgm:spPr/>
    </dgm:pt>
    <dgm:pt modelId="{79898433-B865-4AE6-8B18-04E2FD463B4A}" type="pres">
      <dgm:prSet presAssocID="{147F4915-EF65-456F-957F-679C69B4A417}" presName="tx1" presStyleLbl="revTx" presStyleIdx="2" presStyleCnt="4"/>
      <dgm:spPr/>
    </dgm:pt>
    <dgm:pt modelId="{9AA7A836-161F-4D1B-A4CA-CEACC4BF96DC}" type="pres">
      <dgm:prSet presAssocID="{147F4915-EF65-456F-957F-679C69B4A417}" presName="vert1" presStyleCnt="0"/>
      <dgm:spPr/>
    </dgm:pt>
    <dgm:pt modelId="{FAD773F0-FE28-48C2-9E01-5775335FC1EB}" type="pres">
      <dgm:prSet presAssocID="{5C2DAA2B-F03C-4079-97E4-C138CF6EDE0E}" presName="thickLine" presStyleLbl="alignNode1" presStyleIdx="3" presStyleCnt="4"/>
      <dgm:spPr/>
    </dgm:pt>
    <dgm:pt modelId="{A6F3CC91-9E65-4672-85FB-B2254D57E319}" type="pres">
      <dgm:prSet presAssocID="{5C2DAA2B-F03C-4079-97E4-C138CF6EDE0E}" presName="horz1" presStyleCnt="0"/>
      <dgm:spPr/>
    </dgm:pt>
    <dgm:pt modelId="{EF3E2DF7-5E62-464A-8DEE-DB7B467E21D0}" type="pres">
      <dgm:prSet presAssocID="{5C2DAA2B-F03C-4079-97E4-C138CF6EDE0E}" presName="tx1" presStyleLbl="revTx" presStyleIdx="3" presStyleCnt="4"/>
      <dgm:spPr/>
    </dgm:pt>
    <dgm:pt modelId="{3040FB6E-D7C5-4F16-BC19-BFFBAB89D0E4}" type="pres">
      <dgm:prSet presAssocID="{5C2DAA2B-F03C-4079-97E4-C138CF6EDE0E}" presName="vert1" presStyleCnt="0"/>
      <dgm:spPr/>
    </dgm:pt>
  </dgm:ptLst>
  <dgm:cxnLst>
    <dgm:cxn modelId="{E406262F-D953-433F-A36E-72D575EC0953}" srcId="{A020E118-ACFA-4ADF-A1A8-20F8FA691D06}" destId="{F7466C59-127B-4A32-8A54-EA38FA2A7F0D}" srcOrd="0" destOrd="0" parTransId="{7EE4E8F6-9B4A-4A67-B92C-EE36A43CB5F9}" sibTransId="{82441604-3639-40AE-9475-1ECE026BADDC}"/>
    <dgm:cxn modelId="{0E1CCA37-12FA-44AB-980D-AAA940CA4195}" srcId="{A020E118-ACFA-4ADF-A1A8-20F8FA691D06}" destId="{7B58337F-BF3A-4C4C-B247-F913B5957B8C}" srcOrd="1" destOrd="0" parTransId="{4C8898A6-ABA3-4C58-B3CD-D0D81258C633}" sibTransId="{DAC80CAD-9F76-4836-A41A-329044B51694}"/>
    <dgm:cxn modelId="{94657F63-8097-49E2-B3A2-42CBE601072F}" type="presOf" srcId="{A020E118-ACFA-4ADF-A1A8-20F8FA691D06}" destId="{B2FE51E3-F51A-4E61-A9E6-DD26AE850CDF}" srcOrd="0" destOrd="0" presId="urn:microsoft.com/office/officeart/2008/layout/LinedList"/>
    <dgm:cxn modelId="{E413D49C-DDB1-4DFC-A14F-E0AEA9BE10F0}" type="presOf" srcId="{7B58337F-BF3A-4C4C-B247-F913B5957B8C}" destId="{19716616-37A2-4E34-8EF0-68E6B0B8A6BC}" srcOrd="0" destOrd="0" presId="urn:microsoft.com/office/officeart/2008/layout/LinedList"/>
    <dgm:cxn modelId="{2776AFA7-E418-453D-8B32-472CC8912D05}" srcId="{A020E118-ACFA-4ADF-A1A8-20F8FA691D06}" destId="{5C2DAA2B-F03C-4079-97E4-C138CF6EDE0E}" srcOrd="3" destOrd="0" parTransId="{50DB3753-054A-48AF-9A5A-76CC5EBEC947}" sibTransId="{AEF90A49-7CC1-408E-A209-6F95A0529D9C}"/>
    <dgm:cxn modelId="{CAC3F6BF-D1E6-4BE1-85EB-79CD57E4127A}" srcId="{A020E118-ACFA-4ADF-A1A8-20F8FA691D06}" destId="{147F4915-EF65-456F-957F-679C69B4A417}" srcOrd="2" destOrd="0" parTransId="{CD35516C-D597-42CE-A76C-E5F600A2DD68}" sibTransId="{516BC3BC-6B0E-4269-8A88-C30EB3801933}"/>
    <dgm:cxn modelId="{1C5046C5-EF22-47BF-9F25-C732D8A97C2E}" type="presOf" srcId="{F7466C59-127B-4A32-8A54-EA38FA2A7F0D}" destId="{DD3F0447-3272-424F-922C-FC4AB28E40F1}" srcOrd="0" destOrd="0" presId="urn:microsoft.com/office/officeart/2008/layout/LinedList"/>
    <dgm:cxn modelId="{75CC2BE7-EF52-45D6-95DE-E419BA83A9F4}" type="presOf" srcId="{5C2DAA2B-F03C-4079-97E4-C138CF6EDE0E}" destId="{EF3E2DF7-5E62-464A-8DEE-DB7B467E21D0}" srcOrd="0" destOrd="0" presId="urn:microsoft.com/office/officeart/2008/layout/LinedList"/>
    <dgm:cxn modelId="{D73BA4F2-AF6A-4E23-A5F5-B21142B2A109}" type="presOf" srcId="{147F4915-EF65-456F-957F-679C69B4A417}" destId="{79898433-B865-4AE6-8B18-04E2FD463B4A}" srcOrd="0" destOrd="0" presId="urn:microsoft.com/office/officeart/2008/layout/LinedList"/>
    <dgm:cxn modelId="{05434C78-9BEE-460C-A21B-2DB0D0239D05}" type="presParOf" srcId="{B2FE51E3-F51A-4E61-A9E6-DD26AE850CDF}" destId="{36759DE4-35DD-4FBF-BDB6-75E8A173968B}" srcOrd="0" destOrd="0" presId="urn:microsoft.com/office/officeart/2008/layout/LinedList"/>
    <dgm:cxn modelId="{8F788418-AC8B-48D3-A6DF-4F160AE8FD69}" type="presParOf" srcId="{B2FE51E3-F51A-4E61-A9E6-DD26AE850CDF}" destId="{ED8AAF7C-0771-4369-BCEF-7AC01E2AB118}" srcOrd="1" destOrd="0" presId="urn:microsoft.com/office/officeart/2008/layout/LinedList"/>
    <dgm:cxn modelId="{25362D59-D672-44AE-9BE7-33C3AE7D40C1}" type="presParOf" srcId="{ED8AAF7C-0771-4369-BCEF-7AC01E2AB118}" destId="{DD3F0447-3272-424F-922C-FC4AB28E40F1}" srcOrd="0" destOrd="0" presId="urn:microsoft.com/office/officeart/2008/layout/LinedList"/>
    <dgm:cxn modelId="{04EE6993-688A-4F58-A5D7-DF4535DD3D87}" type="presParOf" srcId="{ED8AAF7C-0771-4369-BCEF-7AC01E2AB118}" destId="{75DB6E6E-595D-4BCC-91B5-D948ED881436}" srcOrd="1" destOrd="0" presId="urn:microsoft.com/office/officeart/2008/layout/LinedList"/>
    <dgm:cxn modelId="{41DE2433-1471-476F-ACFC-0A8FC57B001B}" type="presParOf" srcId="{B2FE51E3-F51A-4E61-A9E6-DD26AE850CDF}" destId="{C1725825-85A4-42E6-A64A-E212A7E09B6D}" srcOrd="2" destOrd="0" presId="urn:microsoft.com/office/officeart/2008/layout/LinedList"/>
    <dgm:cxn modelId="{8073EFEB-B259-43F4-B5E4-3D6368F40880}" type="presParOf" srcId="{B2FE51E3-F51A-4E61-A9E6-DD26AE850CDF}" destId="{11BA442F-59FA-42C7-9FBA-B571E0CDCFB8}" srcOrd="3" destOrd="0" presId="urn:microsoft.com/office/officeart/2008/layout/LinedList"/>
    <dgm:cxn modelId="{E1735195-274C-4358-850E-FEED69E8DAE6}" type="presParOf" srcId="{11BA442F-59FA-42C7-9FBA-B571E0CDCFB8}" destId="{19716616-37A2-4E34-8EF0-68E6B0B8A6BC}" srcOrd="0" destOrd="0" presId="urn:microsoft.com/office/officeart/2008/layout/LinedList"/>
    <dgm:cxn modelId="{9B91D730-04D1-47CF-B14B-2B628308551A}" type="presParOf" srcId="{11BA442F-59FA-42C7-9FBA-B571E0CDCFB8}" destId="{3F4861FB-BC09-429F-9F16-08CA8F8828D0}" srcOrd="1" destOrd="0" presId="urn:microsoft.com/office/officeart/2008/layout/LinedList"/>
    <dgm:cxn modelId="{6BB9C607-7587-488A-9358-0DC25D1DC18B}" type="presParOf" srcId="{B2FE51E3-F51A-4E61-A9E6-DD26AE850CDF}" destId="{1E5D0B42-D575-4962-B5A4-E63601DB5C52}" srcOrd="4" destOrd="0" presId="urn:microsoft.com/office/officeart/2008/layout/LinedList"/>
    <dgm:cxn modelId="{8FF2F3C6-0082-4EA3-BEB3-B2625F57F4E7}" type="presParOf" srcId="{B2FE51E3-F51A-4E61-A9E6-DD26AE850CDF}" destId="{BCC18000-AFBE-46B4-8486-29226EB7E7CF}" srcOrd="5" destOrd="0" presId="urn:microsoft.com/office/officeart/2008/layout/LinedList"/>
    <dgm:cxn modelId="{89CED56E-848C-46CC-91DE-1CB698329893}" type="presParOf" srcId="{BCC18000-AFBE-46B4-8486-29226EB7E7CF}" destId="{79898433-B865-4AE6-8B18-04E2FD463B4A}" srcOrd="0" destOrd="0" presId="urn:microsoft.com/office/officeart/2008/layout/LinedList"/>
    <dgm:cxn modelId="{C1D5EEF1-72A7-41B2-B0A0-34334ECD8952}" type="presParOf" srcId="{BCC18000-AFBE-46B4-8486-29226EB7E7CF}" destId="{9AA7A836-161F-4D1B-A4CA-CEACC4BF96DC}" srcOrd="1" destOrd="0" presId="urn:microsoft.com/office/officeart/2008/layout/LinedList"/>
    <dgm:cxn modelId="{CDC9A7D3-3EBE-48B9-A70E-65CDC722EC27}" type="presParOf" srcId="{B2FE51E3-F51A-4E61-A9E6-DD26AE850CDF}" destId="{FAD773F0-FE28-48C2-9E01-5775335FC1EB}" srcOrd="6" destOrd="0" presId="urn:microsoft.com/office/officeart/2008/layout/LinedList"/>
    <dgm:cxn modelId="{79462873-5B53-42E0-B560-A653DFD6086C}" type="presParOf" srcId="{B2FE51E3-F51A-4E61-A9E6-DD26AE850CDF}" destId="{A6F3CC91-9E65-4672-85FB-B2254D57E319}" srcOrd="7" destOrd="0" presId="urn:microsoft.com/office/officeart/2008/layout/LinedList"/>
    <dgm:cxn modelId="{2FB1F661-F0AF-453B-8B2C-C3D18CDC76EC}" type="presParOf" srcId="{A6F3CC91-9E65-4672-85FB-B2254D57E319}" destId="{EF3E2DF7-5E62-464A-8DEE-DB7B467E21D0}" srcOrd="0" destOrd="0" presId="urn:microsoft.com/office/officeart/2008/layout/LinedList"/>
    <dgm:cxn modelId="{E7362719-9AD6-4E58-B765-71AE56279CC6}" type="presParOf" srcId="{A6F3CC91-9E65-4672-85FB-B2254D57E319}" destId="{3040FB6E-D7C5-4F16-BC19-BFFBAB89D0E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46279-D010-448F-9F34-6960E5017FC4}">
      <dsp:nvSpPr>
        <dsp:cNvPr id="0" name=""/>
        <dsp:cNvSpPr/>
      </dsp:nvSpPr>
      <dsp:spPr>
        <a:xfrm>
          <a:off x="0" y="194377"/>
          <a:ext cx="4872038" cy="10069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Fashion-MNIST is a benchmark dataset for image classification.</a:t>
          </a:r>
        </a:p>
      </dsp:txBody>
      <dsp:txXfrm>
        <a:off x="49154" y="243531"/>
        <a:ext cx="4773730" cy="908623"/>
      </dsp:txXfrm>
    </dsp:sp>
    <dsp:sp modelId="{F4412416-ADFE-4CB1-94E7-B7DE1C572D20}">
      <dsp:nvSpPr>
        <dsp:cNvPr id="0" name=""/>
        <dsp:cNvSpPr/>
      </dsp:nvSpPr>
      <dsp:spPr>
        <a:xfrm>
          <a:off x="0" y="1253148"/>
          <a:ext cx="4872038" cy="1006931"/>
        </a:xfrm>
        <a:prstGeom prst="roundRect">
          <a:avLst/>
        </a:prstGeom>
        <a:gradFill rotWithShape="0">
          <a:gsLst>
            <a:gs pos="0">
              <a:schemeClr val="accent2">
                <a:hueOff val="451605"/>
                <a:satOff val="-2211"/>
                <a:lumOff val="1242"/>
                <a:alphaOff val="0"/>
                <a:tint val="98000"/>
                <a:lumMod val="114000"/>
              </a:schemeClr>
            </a:gs>
            <a:gs pos="100000">
              <a:schemeClr val="accent2">
                <a:hueOff val="451605"/>
                <a:satOff val="-2211"/>
                <a:lumOff val="124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It contains 70,000 grayscale images across 10 clothing categories.</a:t>
          </a:r>
        </a:p>
      </dsp:txBody>
      <dsp:txXfrm>
        <a:off x="49154" y="1302302"/>
        <a:ext cx="4773730" cy="908623"/>
      </dsp:txXfrm>
    </dsp:sp>
    <dsp:sp modelId="{68229742-5F58-4F66-A927-0BE721CD0E53}">
      <dsp:nvSpPr>
        <dsp:cNvPr id="0" name=""/>
        <dsp:cNvSpPr/>
      </dsp:nvSpPr>
      <dsp:spPr>
        <a:xfrm>
          <a:off x="0" y="2311920"/>
          <a:ext cx="4872038" cy="1006931"/>
        </a:xfrm>
        <a:prstGeom prst="roundRect">
          <a:avLst/>
        </a:prstGeom>
        <a:gradFill rotWithShape="0">
          <a:gsLst>
            <a:gs pos="0">
              <a:schemeClr val="accent2">
                <a:hueOff val="903209"/>
                <a:satOff val="-4421"/>
                <a:lumOff val="2483"/>
                <a:alphaOff val="0"/>
                <a:tint val="98000"/>
                <a:lumMod val="114000"/>
              </a:schemeClr>
            </a:gs>
            <a:gs pos="100000">
              <a:schemeClr val="accent2">
                <a:hueOff val="903209"/>
                <a:satOff val="-4421"/>
                <a:lumOff val="248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Objective: Build and compare Artificial Neural Network (ANN) and Convolutional Neural Network (CNN) models.</a:t>
          </a:r>
        </a:p>
      </dsp:txBody>
      <dsp:txXfrm>
        <a:off x="49154" y="2361074"/>
        <a:ext cx="4773730" cy="908623"/>
      </dsp:txXfrm>
    </dsp:sp>
    <dsp:sp modelId="{7EA0444A-13F4-425B-A7BA-245E64013C25}">
      <dsp:nvSpPr>
        <dsp:cNvPr id="0" name=""/>
        <dsp:cNvSpPr/>
      </dsp:nvSpPr>
      <dsp:spPr>
        <a:xfrm>
          <a:off x="0" y="3370691"/>
          <a:ext cx="4872038" cy="1006931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Implementations carried out using TensorFlow/Keras.</a:t>
          </a:r>
        </a:p>
      </dsp:txBody>
      <dsp:txXfrm>
        <a:off x="49154" y="3419845"/>
        <a:ext cx="4773730" cy="9086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60FFFD-8F1B-4FC1-8576-B148AC3A1307}">
      <dsp:nvSpPr>
        <dsp:cNvPr id="0" name=""/>
        <dsp:cNvSpPr/>
      </dsp:nvSpPr>
      <dsp:spPr>
        <a:xfrm>
          <a:off x="2394" y="372669"/>
          <a:ext cx="1899241" cy="265893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72" tIns="330200" rIns="148072" bIns="33020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Implement ANN and CNN models for Fashion-MNIST classification.</a:t>
          </a:r>
        </a:p>
      </dsp:txBody>
      <dsp:txXfrm>
        <a:off x="2394" y="1383065"/>
        <a:ext cx="1899241" cy="1595363"/>
      </dsp:txXfrm>
    </dsp:sp>
    <dsp:sp modelId="{DACE70E1-4AE9-4F21-8422-313093AAF300}">
      <dsp:nvSpPr>
        <dsp:cNvPr id="0" name=""/>
        <dsp:cNvSpPr/>
      </dsp:nvSpPr>
      <dsp:spPr>
        <a:xfrm>
          <a:off x="553174" y="638563"/>
          <a:ext cx="797681" cy="79768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190" tIns="12700" rIns="62190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69992" y="755381"/>
        <a:ext cx="564045" cy="564045"/>
      </dsp:txXfrm>
    </dsp:sp>
    <dsp:sp modelId="{71DF0749-5D53-4969-AC85-573ACF04BFA6}">
      <dsp:nvSpPr>
        <dsp:cNvPr id="0" name=""/>
        <dsp:cNvSpPr/>
      </dsp:nvSpPr>
      <dsp:spPr>
        <a:xfrm>
          <a:off x="2394" y="3031535"/>
          <a:ext cx="1899241" cy="72"/>
        </a:xfrm>
        <a:prstGeom prst="rect">
          <a:avLst/>
        </a:prstGeom>
        <a:solidFill>
          <a:schemeClr val="accent5">
            <a:hueOff val="1044376"/>
            <a:satOff val="114"/>
            <a:lumOff val="0"/>
            <a:alphaOff val="0"/>
          </a:schemeClr>
        </a:solidFill>
        <a:ln w="19050" cap="rnd" cmpd="sng" algn="ctr">
          <a:solidFill>
            <a:schemeClr val="accent5">
              <a:hueOff val="1044376"/>
              <a:satOff val="114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5F63C-4BC3-4008-8EF8-2E7537A612A6}">
      <dsp:nvSpPr>
        <dsp:cNvPr id="0" name=""/>
        <dsp:cNvSpPr/>
      </dsp:nvSpPr>
      <dsp:spPr>
        <a:xfrm>
          <a:off x="2091560" y="372669"/>
          <a:ext cx="1899241" cy="2658938"/>
        </a:xfrm>
        <a:prstGeom prst="rect">
          <a:avLst/>
        </a:prstGeom>
        <a:solidFill>
          <a:schemeClr val="accent5">
            <a:tint val="40000"/>
            <a:alpha val="90000"/>
            <a:hueOff val="2446675"/>
            <a:satOff val="181"/>
            <a:lumOff val="7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2446675"/>
              <a:satOff val="181"/>
              <a:lumOff val="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72" tIns="330200" rIns="148072" bIns="33020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Preprocess image data and split into training, validation, and test sets.</a:t>
          </a:r>
        </a:p>
      </dsp:txBody>
      <dsp:txXfrm>
        <a:off x="2091560" y="1383065"/>
        <a:ext cx="1899241" cy="1595363"/>
      </dsp:txXfrm>
    </dsp:sp>
    <dsp:sp modelId="{9B0081E5-2523-47BD-8CB7-3FA2BA05EB11}">
      <dsp:nvSpPr>
        <dsp:cNvPr id="0" name=""/>
        <dsp:cNvSpPr/>
      </dsp:nvSpPr>
      <dsp:spPr>
        <a:xfrm>
          <a:off x="2642340" y="638563"/>
          <a:ext cx="797681" cy="797681"/>
        </a:xfrm>
        <a:prstGeom prst="ellipse">
          <a:avLst/>
        </a:prstGeom>
        <a:solidFill>
          <a:schemeClr val="accent5">
            <a:hueOff val="2088752"/>
            <a:satOff val="227"/>
            <a:lumOff val="0"/>
            <a:alphaOff val="0"/>
          </a:schemeClr>
        </a:solidFill>
        <a:ln w="19050" cap="rnd" cmpd="sng" algn="ctr">
          <a:solidFill>
            <a:schemeClr val="accent5">
              <a:hueOff val="2088752"/>
              <a:satOff val="227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190" tIns="12700" rIns="62190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759158" y="755381"/>
        <a:ext cx="564045" cy="564045"/>
      </dsp:txXfrm>
    </dsp:sp>
    <dsp:sp modelId="{79743313-8CB4-408F-825C-48289C47E75A}">
      <dsp:nvSpPr>
        <dsp:cNvPr id="0" name=""/>
        <dsp:cNvSpPr/>
      </dsp:nvSpPr>
      <dsp:spPr>
        <a:xfrm>
          <a:off x="2091560" y="3031535"/>
          <a:ext cx="1899241" cy="72"/>
        </a:xfrm>
        <a:prstGeom prst="rect">
          <a:avLst/>
        </a:prstGeom>
        <a:solidFill>
          <a:schemeClr val="accent5">
            <a:hueOff val="3133128"/>
            <a:satOff val="341"/>
            <a:lumOff val="0"/>
            <a:alphaOff val="0"/>
          </a:schemeClr>
        </a:solidFill>
        <a:ln w="19050" cap="rnd" cmpd="sng" algn="ctr">
          <a:solidFill>
            <a:schemeClr val="accent5">
              <a:hueOff val="3133128"/>
              <a:satOff val="34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AF102-E15B-4B2B-8F06-1B3A16395590}">
      <dsp:nvSpPr>
        <dsp:cNvPr id="0" name=""/>
        <dsp:cNvSpPr/>
      </dsp:nvSpPr>
      <dsp:spPr>
        <a:xfrm>
          <a:off x="4180726" y="372669"/>
          <a:ext cx="1899241" cy="2658938"/>
        </a:xfrm>
        <a:prstGeom prst="rect">
          <a:avLst/>
        </a:prstGeom>
        <a:solidFill>
          <a:schemeClr val="accent5">
            <a:tint val="40000"/>
            <a:alpha val="90000"/>
            <a:hueOff val="4893350"/>
            <a:satOff val="361"/>
            <a:lumOff val="14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4893350"/>
              <a:satOff val="361"/>
              <a:lumOff val="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72" tIns="330200" rIns="148072" bIns="33020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Train both models and compare performance metrics.</a:t>
          </a:r>
        </a:p>
      </dsp:txBody>
      <dsp:txXfrm>
        <a:off x="4180726" y="1383065"/>
        <a:ext cx="1899241" cy="1595363"/>
      </dsp:txXfrm>
    </dsp:sp>
    <dsp:sp modelId="{A42514E5-41D2-4E57-9748-5F7FE356CF54}">
      <dsp:nvSpPr>
        <dsp:cNvPr id="0" name=""/>
        <dsp:cNvSpPr/>
      </dsp:nvSpPr>
      <dsp:spPr>
        <a:xfrm>
          <a:off x="4731506" y="638563"/>
          <a:ext cx="797681" cy="797681"/>
        </a:xfrm>
        <a:prstGeom prst="ellipse">
          <a:avLst/>
        </a:prstGeom>
        <a:solidFill>
          <a:schemeClr val="accent5">
            <a:hueOff val="4177505"/>
            <a:satOff val="454"/>
            <a:lumOff val="-1"/>
            <a:alphaOff val="0"/>
          </a:schemeClr>
        </a:solidFill>
        <a:ln w="19050" cap="rnd" cmpd="sng" algn="ctr">
          <a:solidFill>
            <a:schemeClr val="accent5">
              <a:hueOff val="4177505"/>
              <a:satOff val="454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190" tIns="12700" rIns="62190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848324" y="755381"/>
        <a:ext cx="564045" cy="564045"/>
      </dsp:txXfrm>
    </dsp:sp>
    <dsp:sp modelId="{CEC9BB65-608E-402D-9F4B-D86AA82DECDD}">
      <dsp:nvSpPr>
        <dsp:cNvPr id="0" name=""/>
        <dsp:cNvSpPr/>
      </dsp:nvSpPr>
      <dsp:spPr>
        <a:xfrm>
          <a:off x="4180726" y="3031535"/>
          <a:ext cx="1899241" cy="72"/>
        </a:xfrm>
        <a:prstGeom prst="rect">
          <a:avLst/>
        </a:prstGeom>
        <a:solidFill>
          <a:schemeClr val="accent5">
            <a:hueOff val="5221880"/>
            <a:satOff val="568"/>
            <a:lumOff val="-1"/>
            <a:alphaOff val="0"/>
          </a:schemeClr>
        </a:solidFill>
        <a:ln w="19050" cap="rnd" cmpd="sng" algn="ctr">
          <a:solidFill>
            <a:schemeClr val="accent5">
              <a:hueOff val="5221880"/>
              <a:satOff val="568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AB058-EE20-4D9F-8542-B2CAE0A53A10}">
      <dsp:nvSpPr>
        <dsp:cNvPr id="0" name=""/>
        <dsp:cNvSpPr/>
      </dsp:nvSpPr>
      <dsp:spPr>
        <a:xfrm>
          <a:off x="6269892" y="372669"/>
          <a:ext cx="1899241" cy="2658938"/>
        </a:xfrm>
        <a:prstGeom prst="rect">
          <a:avLst/>
        </a:prstGeom>
        <a:solidFill>
          <a:schemeClr val="accent5">
            <a:tint val="40000"/>
            <a:alpha val="90000"/>
            <a:hueOff val="7340025"/>
            <a:satOff val="542"/>
            <a:lumOff val="21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7340025"/>
              <a:satOff val="542"/>
              <a:lumOff val="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072" tIns="330200" rIns="148072" bIns="33020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Evaluate models using accuracy, loss, and confusion matrix.</a:t>
          </a:r>
        </a:p>
      </dsp:txBody>
      <dsp:txXfrm>
        <a:off x="6269892" y="1383065"/>
        <a:ext cx="1899241" cy="1595363"/>
      </dsp:txXfrm>
    </dsp:sp>
    <dsp:sp modelId="{C28B09B0-8FDF-4C42-AF9B-48612A745362}">
      <dsp:nvSpPr>
        <dsp:cNvPr id="0" name=""/>
        <dsp:cNvSpPr/>
      </dsp:nvSpPr>
      <dsp:spPr>
        <a:xfrm>
          <a:off x="6820672" y="638563"/>
          <a:ext cx="797681" cy="797681"/>
        </a:xfrm>
        <a:prstGeom prst="ellipse">
          <a:avLst/>
        </a:prstGeom>
        <a:solidFill>
          <a:schemeClr val="accent5">
            <a:hueOff val="6266256"/>
            <a:satOff val="681"/>
            <a:lumOff val="-1"/>
            <a:alphaOff val="0"/>
          </a:schemeClr>
        </a:solidFill>
        <a:ln w="19050" cap="rnd" cmpd="sng" algn="ctr">
          <a:solidFill>
            <a:schemeClr val="accent5">
              <a:hueOff val="6266256"/>
              <a:satOff val="681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190" tIns="12700" rIns="62190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937490" y="755381"/>
        <a:ext cx="564045" cy="564045"/>
      </dsp:txXfrm>
    </dsp:sp>
    <dsp:sp modelId="{ECD0D2A4-6C8D-44BE-92BA-F2F7FF1E0D5D}">
      <dsp:nvSpPr>
        <dsp:cNvPr id="0" name=""/>
        <dsp:cNvSpPr/>
      </dsp:nvSpPr>
      <dsp:spPr>
        <a:xfrm>
          <a:off x="6269892" y="3031535"/>
          <a:ext cx="1899241" cy="72"/>
        </a:xfrm>
        <a:prstGeom prst="rect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accent5">
              <a:hueOff val="7310632"/>
              <a:satOff val="795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38922-0988-4E12-94AF-E80182A50AAB}">
      <dsp:nvSpPr>
        <dsp:cNvPr id="0" name=""/>
        <dsp:cNvSpPr/>
      </dsp:nvSpPr>
      <dsp:spPr>
        <a:xfrm>
          <a:off x="0" y="0"/>
          <a:ext cx="487203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FA981B-3AEF-4220-8D63-19F530FA9059}">
      <dsp:nvSpPr>
        <dsp:cNvPr id="0" name=""/>
        <dsp:cNvSpPr/>
      </dsp:nvSpPr>
      <dsp:spPr>
        <a:xfrm>
          <a:off x="0" y="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Tools: TensorFlow, Keras, NumPy, Matplotlib, Seaborn, Scikit-learn.</a:t>
          </a:r>
        </a:p>
      </dsp:txBody>
      <dsp:txXfrm>
        <a:off x="0" y="0"/>
        <a:ext cx="4872038" cy="1143000"/>
      </dsp:txXfrm>
    </dsp:sp>
    <dsp:sp modelId="{B1304E78-3C19-4922-B3D4-3581EF9BA8EC}">
      <dsp:nvSpPr>
        <dsp:cNvPr id="0" name=""/>
        <dsp:cNvSpPr/>
      </dsp:nvSpPr>
      <dsp:spPr>
        <a:xfrm>
          <a:off x="0" y="1143000"/>
          <a:ext cx="4872038" cy="0"/>
        </a:xfrm>
        <a:prstGeom prst="line">
          <a:avLst/>
        </a:prstGeom>
        <a:gradFill rotWithShape="0">
          <a:gsLst>
            <a:gs pos="0">
              <a:schemeClr val="accent2">
                <a:hueOff val="451605"/>
                <a:satOff val="-2211"/>
                <a:lumOff val="1242"/>
                <a:alphaOff val="0"/>
                <a:tint val="98000"/>
                <a:lumMod val="114000"/>
              </a:schemeClr>
            </a:gs>
            <a:gs pos="100000">
              <a:schemeClr val="accent2">
                <a:hueOff val="451605"/>
                <a:satOff val="-2211"/>
                <a:lumOff val="1242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451605"/>
              <a:satOff val="-2211"/>
              <a:lumOff val="1242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38ED66-16F0-4557-88DF-BE63D7A34AC7}">
      <dsp:nvSpPr>
        <dsp:cNvPr id="0" name=""/>
        <dsp:cNvSpPr/>
      </dsp:nvSpPr>
      <dsp:spPr>
        <a:xfrm>
          <a:off x="0" y="114300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Approach: Load → Preprocess → Train → Evaluate → Compare.</a:t>
          </a:r>
        </a:p>
      </dsp:txBody>
      <dsp:txXfrm>
        <a:off x="0" y="1143000"/>
        <a:ext cx="4872038" cy="1143000"/>
      </dsp:txXfrm>
    </dsp:sp>
    <dsp:sp modelId="{2C0A9B56-D061-497F-81D2-D280EB16A2A0}">
      <dsp:nvSpPr>
        <dsp:cNvPr id="0" name=""/>
        <dsp:cNvSpPr/>
      </dsp:nvSpPr>
      <dsp:spPr>
        <a:xfrm>
          <a:off x="0" y="2286000"/>
          <a:ext cx="4872038" cy="0"/>
        </a:xfrm>
        <a:prstGeom prst="line">
          <a:avLst/>
        </a:prstGeom>
        <a:gradFill rotWithShape="0">
          <a:gsLst>
            <a:gs pos="0">
              <a:schemeClr val="accent2">
                <a:hueOff val="903209"/>
                <a:satOff val="-4421"/>
                <a:lumOff val="2483"/>
                <a:alphaOff val="0"/>
                <a:tint val="98000"/>
                <a:lumMod val="114000"/>
              </a:schemeClr>
            </a:gs>
            <a:gs pos="100000">
              <a:schemeClr val="accent2">
                <a:hueOff val="903209"/>
                <a:satOff val="-4421"/>
                <a:lumOff val="2483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903209"/>
              <a:satOff val="-4421"/>
              <a:lumOff val="2483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00F859-4F31-46E5-BD15-4C9EC92AA5B6}">
      <dsp:nvSpPr>
        <dsp:cNvPr id="0" name=""/>
        <dsp:cNvSpPr/>
      </dsp:nvSpPr>
      <dsp:spPr>
        <a:xfrm>
          <a:off x="0" y="228600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10-epoch training with 10% validation split.</a:t>
          </a:r>
        </a:p>
      </dsp:txBody>
      <dsp:txXfrm>
        <a:off x="0" y="2286000"/>
        <a:ext cx="4872038" cy="1143000"/>
      </dsp:txXfrm>
    </dsp:sp>
    <dsp:sp modelId="{AF8CDFA1-FC7F-4ED7-AD09-1C3E7A049A9B}">
      <dsp:nvSpPr>
        <dsp:cNvPr id="0" name=""/>
        <dsp:cNvSpPr/>
      </dsp:nvSpPr>
      <dsp:spPr>
        <a:xfrm>
          <a:off x="0" y="3429000"/>
          <a:ext cx="4872038" cy="0"/>
        </a:xfrm>
        <a:prstGeom prst="line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1354814"/>
              <a:satOff val="-6632"/>
              <a:lumOff val="3725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6E4AB6-22C3-4E01-9D5B-9944BC9D4C12}">
      <dsp:nvSpPr>
        <dsp:cNvPr id="0" name=""/>
        <dsp:cNvSpPr/>
      </dsp:nvSpPr>
      <dsp:spPr>
        <a:xfrm>
          <a:off x="0" y="342900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Optimizer: Adam | Loss: Sparse Categorical Crossentropy.</a:t>
          </a:r>
        </a:p>
      </dsp:txBody>
      <dsp:txXfrm>
        <a:off x="0" y="3429000"/>
        <a:ext cx="4872038" cy="1143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AC84F-A202-4039-80D2-F7B39275ADFE}">
      <dsp:nvSpPr>
        <dsp:cNvPr id="0" name=""/>
        <dsp:cNvSpPr/>
      </dsp:nvSpPr>
      <dsp:spPr>
        <a:xfrm>
          <a:off x="0" y="0"/>
          <a:ext cx="4872038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ABA83F-7778-44E4-BCB5-88921BAD0B1C}">
      <dsp:nvSpPr>
        <dsp:cNvPr id="0" name=""/>
        <dsp:cNvSpPr/>
      </dsp:nvSpPr>
      <dsp:spPr>
        <a:xfrm>
          <a:off x="0" y="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Dataset: Fashion-MNIST (28x28 grayscale images).</a:t>
          </a:r>
        </a:p>
      </dsp:txBody>
      <dsp:txXfrm>
        <a:off x="0" y="0"/>
        <a:ext cx="4872038" cy="1143000"/>
      </dsp:txXfrm>
    </dsp:sp>
    <dsp:sp modelId="{13BCF624-C1FE-4D55-93FF-C8403D886D51}">
      <dsp:nvSpPr>
        <dsp:cNvPr id="0" name=""/>
        <dsp:cNvSpPr/>
      </dsp:nvSpPr>
      <dsp:spPr>
        <a:xfrm>
          <a:off x="0" y="1143000"/>
          <a:ext cx="4872038" cy="0"/>
        </a:xfrm>
        <a:prstGeom prst="line">
          <a:avLst/>
        </a:prstGeom>
        <a:gradFill rotWithShape="0">
          <a:gsLst>
            <a:gs pos="0">
              <a:schemeClr val="accent5">
                <a:hueOff val="2436877"/>
                <a:satOff val="265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2436877"/>
                <a:satOff val="265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2436877"/>
              <a:satOff val="265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D9083D6-5285-4960-A63A-B5C4D7F3E76A}">
      <dsp:nvSpPr>
        <dsp:cNvPr id="0" name=""/>
        <dsp:cNvSpPr/>
      </dsp:nvSpPr>
      <dsp:spPr>
        <a:xfrm>
          <a:off x="0" y="114300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Training set: 60,000 | Test set: 10,000.</a:t>
          </a:r>
        </a:p>
      </dsp:txBody>
      <dsp:txXfrm>
        <a:off x="0" y="1143000"/>
        <a:ext cx="4872038" cy="1143000"/>
      </dsp:txXfrm>
    </dsp:sp>
    <dsp:sp modelId="{0D9B6358-4C73-4D05-9AA6-D5172B20A970}">
      <dsp:nvSpPr>
        <dsp:cNvPr id="0" name=""/>
        <dsp:cNvSpPr/>
      </dsp:nvSpPr>
      <dsp:spPr>
        <a:xfrm>
          <a:off x="0" y="2286000"/>
          <a:ext cx="4872038" cy="0"/>
        </a:xfrm>
        <a:prstGeom prst="line">
          <a:avLst/>
        </a:prstGeom>
        <a:gradFill rotWithShape="0">
          <a:gsLst>
            <a:gs pos="0">
              <a:schemeClr val="accent5">
                <a:hueOff val="4873755"/>
                <a:satOff val="530"/>
                <a:lumOff val="-1"/>
                <a:alphaOff val="0"/>
                <a:tint val="98000"/>
                <a:lumMod val="114000"/>
              </a:schemeClr>
            </a:gs>
            <a:gs pos="100000">
              <a:schemeClr val="accent5">
                <a:hueOff val="4873755"/>
                <a:satOff val="530"/>
                <a:lumOff val="-1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4873755"/>
              <a:satOff val="530"/>
              <a:lumOff val="-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CCCE56-885E-4330-A6AA-D14E2AB3C616}">
      <dsp:nvSpPr>
        <dsp:cNvPr id="0" name=""/>
        <dsp:cNvSpPr/>
      </dsp:nvSpPr>
      <dsp:spPr>
        <a:xfrm>
          <a:off x="0" y="228600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Normalization: Pixel values scaled to [0, 1].</a:t>
          </a:r>
        </a:p>
      </dsp:txBody>
      <dsp:txXfrm>
        <a:off x="0" y="2286000"/>
        <a:ext cx="4872038" cy="1143000"/>
      </dsp:txXfrm>
    </dsp:sp>
    <dsp:sp modelId="{C45B868A-5164-4937-9AE6-1AE712EAE587}">
      <dsp:nvSpPr>
        <dsp:cNvPr id="0" name=""/>
        <dsp:cNvSpPr/>
      </dsp:nvSpPr>
      <dsp:spPr>
        <a:xfrm>
          <a:off x="0" y="3429000"/>
          <a:ext cx="4872038" cy="0"/>
        </a:xfrm>
        <a:prstGeom prst="line">
          <a:avLst/>
        </a:prstGeom>
        <a:gradFill rotWithShape="0">
          <a:gsLst>
            <a:gs pos="0">
              <a:schemeClr val="accent5">
                <a:hueOff val="7310632"/>
                <a:satOff val="795"/>
                <a:lumOff val="-1"/>
                <a:alphaOff val="0"/>
                <a:tint val="98000"/>
                <a:lumMod val="114000"/>
              </a:schemeClr>
            </a:gs>
            <a:gs pos="100000">
              <a:schemeClr val="accent5">
                <a:hueOff val="7310632"/>
                <a:satOff val="795"/>
                <a:lumOff val="-1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7310632"/>
              <a:satOff val="795"/>
              <a:lumOff val="-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84AAF6-6719-4A6F-9E91-50ECC0FDE6EB}">
      <dsp:nvSpPr>
        <dsp:cNvPr id="0" name=""/>
        <dsp:cNvSpPr/>
      </dsp:nvSpPr>
      <dsp:spPr>
        <a:xfrm>
          <a:off x="0" y="342900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Input shapes: ANN (784), CNN (28x28x1).</a:t>
          </a:r>
        </a:p>
      </dsp:txBody>
      <dsp:txXfrm>
        <a:off x="0" y="3429000"/>
        <a:ext cx="4872038" cy="1143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53E53B-02F6-4F6C-9258-33F346BCBD06}">
      <dsp:nvSpPr>
        <dsp:cNvPr id="0" name=""/>
        <dsp:cNvSpPr/>
      </dsp:nvSpPr>
      <dsp:spPr>
        <a:xfrm>
          <a:off x="0" y="0"/>
          <a:ext cx="81715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4F41FE-A79E-4B42-BD7A-33608661EB00}">
      <dsp:nvSpPr>
        <dsp:cNvPr id="0" name=""/>
        <dsp:cNvSpPr/>
      </dsp:nvSpPr>
      <dsp:spPr>
        <a:xfrm>
          <a:off x="0" y="0"/>
          <a:ext cx="8171528" cy="85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ANN: Two hidden layers (128, 64 neurons) with ReLU activation.</a:t>
          </a:r>
        </a:p>
      </dsp:txBody>
      <dsp:txXfrm>
        <a:off x="0" y="0"/>
        <a:ext cx="8171528" cy="851069"/>
      </dsp:txXfrm>
    </dsp:sp>
    <dsp:sp modelId="{71A459BD-3E4C-48A6-8D54-8EAFA98AD9F9}">
      <dsp:nvSpPr>
        <dsp:cNvPr id="0" name=""/>
        <dsp:cNvSpPr/>
      </dsp:nvSpPr>
      <dsp:spPr>
        <a:xfrm>
          <a:off x="0" y="851069"/>
          <a:ext cx="81715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FF82C-AAB5-44C5-9217-2D193293F7CD}">
      <dsp:nvSpPr>
        <dsp:cNvPr id="0" name=""/>
        <dsp:cNvSpPr/>
      </dsp:nvSpPr>
      <dsp:spPr>
        <a:xfrm>
          <a:off x="0" y="851069"/>
          <a:ext cx="8171528" cy="85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CNN: Two Conv2D layers (32, 64 filters) + MaxPooling + Dense(100).</a:t>
          </a:r>
        </a:p>
      </dsp:txBody>
      <dsp:txXfrm>
        <a:off x="0" y="851069"/>
        <a:ext cx="8171528" cy="851069"/>
      </dsp:txXfrm>
    </dsp:sp>
    <dsp:sp modelId="{775D4623-AA4E-4194-A845-82D4CE8D768C}">
      <dsp:nvSpPr>
        <dsp:cNvPr id="0" name=""/>
        <dsp:cNvSpPr/>
      </dsp:nvSpPr>
      <dsp:spPr>
        <a:xfrm>
          <a:off x="0" y="1702138"/>
          <a:ext cx="81715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676F4-A059-437A-916D-47C61C2BA8DA}">
      <dsp:nvSpPr>
        <dsp:cNvPr id="0" name=""/>
        <dsp:cNvSpPr/>
      </dsp:nvSpPr>
      <dsp:spPr>
        <a:xfrm>
          <a:off x="0" y="1702138"/>
          <a:ext cx="8171528" cy="85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Softmax output layer with 10 classes.</a:t>
          </a:r>
        </a:p>
      </dsp:txBody>
      <dsp:txXfrm>
        <a:off x="0" y="1702138"/>
        <a:ext cx="8171528" cy="851069"/>
      </dsp:txXfrm>
    </dsp:sp>
    <dsp:sp modelId="{8B9CA12F-AC50-408B-A7D1-9CB137E0A530}">
      <dsp:nvSpPr>
        <dsp:cNvPr id="0" name=""/>
        <dsp:cNvSpPr/>
      </dsp:nvSpPr>
      <dsp:spPr>
        <a:xfrm>
          <a:off x="0" y="2553207"/>
          <a:ext cx="81715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C7B272-AD7C-4BE2-968B-04C55DB41FEF}">
      <dsp:nvSpPr>
        <dsp:cNvPr id="0" name=""/>
        <dsp:cNvSpPr/>
      </dsp:nvSpPr>
      <dsp:spPr>
        <a:xfrm>
          <a:off x="0" y="2553207"/>
          <a:ext cx="8171528" cy="85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Training monitored with validation accuracy.</a:t>
          </a:r>
        </a:p>
      </dsp:txBody>
      <dsp:txXfrm>
        <a:off x="0" y="2553207"/>
        <a:ext cx="8171528" cy="8510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2FEE3-7B3C-4EF6-8EE6-580002E632DD}">
      <dsp:nvSpPr>
        <dsp:cNvPr id="0" name=""/>
        <dsp:cNvSpPr/>
      </dsp:nvSpPr>
      <dsp:spPr>
        <a:xfrm>
          <a:off x="0" y="0"/>
          <a:ext cx="487203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5EFF7B-3365-4526-BC95-531D31AC19D1}">
      <dsp:nvSpPr>
        <dsp:cNvPr id="0" name=""/>
        <dsp:cNvSpPr/>
      </dsp:nvSpPr>
      <dsp:spPr>
        <a:xfrm>
          <a:off x="0" y="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ANN Test Accuracy: 8</a:t>
          </a:r>
          <a:r>
            <a:rPr lang="en-GB" sz="2300" kern="1200"/>
            <a:t>8.29</a:t>
          </a:r>
          <a:r>
            <a:rPr lang="en-US" sz="2300" kern="1200"/>
            <a:t>%, Loss: 0.3</a:t>
          </a:r>
          <a:r>
            <a:rPr lang="en-GB" sz="2300" kern="1200"/>
            <a:t>516</a:t>
          </a:r>
          <a:r>
            <a:rPr lang="en-US" sz="2300" kern="1200"/>
            <a:t>.</a:t>
          </a:r>
        </a:p>
      </dsp:txBody>
      <dsp:txXfrm>
        <a:off x="0" y="0"/>
        <a:ext cx="4872038" cy="1143000"/>
      </dsp:txXfrm>
    </dsp:sp>
    <dsp:sp modelId="{4B687B90-32C4-42BF-82F1-B546ADD8F007}">
      <dsp:nvSpPr>
        <dsp:cNvPr id="0" name=""/>
        <dsp:cNvSpPr/>
      </dsp:nvSpPr>
      <dsp:spPr>
        <a:xfrm>
          <a:off x="0" y="1143000"/>
          <a:ext cx="487203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AA4690-7A99-4F86-8C41-B83BBCE96A43}">
      <dsp:nvSpPr>
        <dsp:cNvPr id="0" name=""/>
        <dsp:cNvSpPr/>
      </dsp:nvSpPr>
      <dsp:spPr>
        <a:xfrm>
          <a:off x="0" y="114300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CNN Test Accuracy: 91.</a:t>
          </a:r>
          <a:r>
            <a:rPr lang="en-GB" sz="2300" kern="1200"/>
            <a:t>3</a:t>
          </a:r>
          <a:r>
            <a:rPr lang="en-US" sz="2300" kern="1200"/>
            <a:t>%, Loss: </a:t>
          </a:r>
          <a:r>
            <a:rPr lang="en-GB" sz="2300" kern="1200"/>
            <a:t>0.2728</a:t>
          </a:r>
          <a:r>
            <a:rPr lang="en-US" sz="2300" kern="1200"/>
            <a:t>.</a:t>
          </a:r>
        </a:p>
      </dsp:txBody>
      <dsp:txXfrm>
        <a:off x="0" y="1143000"/>
        <a:ext cx="4872038" cy="1143000"/>
      </dsp:txXfrm>
    </dsp:sp>
    <dsp:sp modelId="{1A0C265C-30BA-4AE6-B09A-738E196EABA1}">
      <dsp:nvSpPr>
        <dsp:cNvPr id="0" name=""/>
        <dsp:cNvSpPr/>
      </dsp:nvSpPr>
      <dsp:spPr>
        <a:xfrm>
          <a:off x="0" y="2286000"/>
          <a:ext cx="487203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D3936E-1E06-4116-92BB-870DDA9BEBED}">
      <dsp:nvSpPr>
        <dsp:cNvPr id="0" name=""/>
        <dsp:cNvSpPr/>
      </dsp:nvSpPr>
      <dsp:spPr>
        <a:xfrm>
          <a:off x="0" y="228600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CNN demonstrated superior performance due to spatial feature extraction.</a:t>
          </a:r>
        </a:p>
      </dsp:txBody>
      <dsp:txXfrm>
        <a:off x="0" y="2286000"/>
        <a:ext cx="4872038" cy="1143000"/>
      </dsp:txXfrm>
    </dsp:sp>
    <dsp:sp modelId="{C2A3B6F8-BFA9-4D4F-90F0-14EAD95EC968}">
      <dsp:nvSpPr>
        <dsp:cNvPr id="0" name=""/>
        <dsp:cNvSpPr/>
      </dsp:nvSpPr>
      <dsp:spPr>
        <a:xfrm>
          <a:off x="0" y="3429000"/>
          <a:ext cx="487203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BA09C3-2C4B-4ABE-8531-5DAD314B4783}">
      <dsp:nvSpPr>
        <dsp:cNvPr id="0" name=""/>
        <dsp:cNvSpPr/>
      </dsp:nvSpPr>
      <dsp:spPr>
        <a:xfrm>
          <a:off x="0" y="3429000"/>
          <a:ext cx="4872038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Confusion Matrix and Accuracy Curves confirm stable training.</a:t>
          </a:r>
        </a:p>
      </dsp:txBody>
      <dsp:txXfrm>
        <a:off x="0" y="3429000"/>
        <a:ext cx="4872038" cy="1143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8ADE99-6EA5-4D27-8924-D71E1F1F4594}">
      <dsp:nvSpPr>
        <dsp:cNvPr id="0" name=""/>
        <dsp:cNvSpPr/>
      </dsp:nvSpPr>
      <dsp:spPr>
        <a:xfrm>
          <a:off x="0" y="466991"/>
          <a:ext cx="4211240" cy="51642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CNN significantly outperformed ANN by ~4.4%.</a:t>
          </a:r>
        </a:p>
      </dsp:txBody>
      <dsp:txXfrm>
        <a:off x="25210" y="492201"/>
        <a:ext cx="4160820" cy="466007"/>
      </dsp:txXfrm>
    </dsp:sp>
    <dsp:sp modelId="{61B03276-E419-498C-9DF9-D10E6EC5C9CF}">
      <dsp:nvSpPr>
        <dsp:cNvPr id="0" name=""/>
        <dsp:cNvSpPr/>
      </dsp:nvSpPr>
      <dsp:spPr>
        <a:xfrm>
          <a:off x="0" y="1020858"/>
          <a:ext cx="4211240" cy="516427"/>
        </a:xfrm>
        <a:prstGeom prst="roundRect">
          <a:avLst/>
        </a:prstGeom>
        <a:solidFill>
          <a:schemeClr val="accent2">
            <a:hueOff val="225802"/>
            <a:satOff val="-1105"/>
            <a:lumOff val="62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Confusion mainly occurred between visually similar classes (Shirt vs Coat).</a:t>
          </a:r>
        </a:p>
      </dsp:txBody>
      <dsp:txXfrm>
        <a:off x="25210" y="1046068"/>
        <a:ext cx="4160820" cy="466007"/>
      </dsp:txXfrm>
    </dsp:sp>
    <dsp:sp modelId="{D6DDF3C4-DEBB-404A-987B-2281AC0F7C76}">
      <dsp:nvSpPr>
        <dsp:cNvPr id="0" name=""/>
        <dsp:cNvSpPr/>
      </dsp:nvSpPr>
      <dsp:spPr>
        <a:xfrm>
          <a:off x="0" y="1574725"/>
          <a:ext cx="4211240" cy="516427"/>
        </a:xfrm>
        <a:prstGeom prst="roundRect">
          <a:avLst/>
        </a:prstGeom>
        <a:solidFill>
          <a:schemeClr val="accent2">
            <a:hueOff val="451605"/>
            <a:satOff val="-2211"/>
            <a:lumOff val="124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 precision achieved for distinct classes (Sneaker, Sandal).</a:t>
          </a:r>
        </a:p>
      </dsp:txBody>
      <dsp:txXfrm>
        <a:off x="25210" y="1599935"/>
        <a:ext cx="4160820" cy="466007"/>
      </dsp:txXfrm>
    </dsp:sp>
    <dsp:sp modelId="{8B976255-0CA6-437C-A69B-AE93133180D4}">
      <dsp:nvSpPr>
        <dsp:cNvPr id="0" name=""/>
        <dsp:cNvSpPr/>
      </dsp:nvSpPr>
      <dsp:spPr>
        <a:xfrm>
          <a:off x="0" y="2128592"/>
          <a:ext cx="4211240" cy="516427"/>
        </a:xfrm>
        <a:prstGeom prst="roundRect">
          <a:avLst/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Results validate the efficiency of CNN for image-based learning tasks.</a:t>
          </a:r>
        </a:p>
      </dsp:txBody>
      <dsp:txXfrm>
        <a:off x="25210" y="2153802"/>
        <a:ext cx="4160820" cy="466007"/>
      </dsp:txXfrm>
    </dsp:sp>
    <dsp:sp modelId="{13596E6C-7B0D-40FB-B566-85028638DFE6}">
      <dsp:nvSpPr>
        <dsp:cNvPr id="0" name=""/>
        <dsp:cNvSpPr/>
      </dsp:nvSpPr>
      <dsp:spPr>
        <a:xfrm>
          <a:off x="0" y="2682460"/>
          <a:ext cx="4211240" cy="516427"/>
        </a:xfrm>
        <a:prstGeom prst="roundRect">
          <a:avLst/>
        </a:prstGeom>
        <a:solidFill>
          <a:schemeClr val="accent2">
            <a:hueOff val="903209"/>
            <a:satOff val="-4421"/>
            <a:lumOff val="24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CNN </a:t>
          </a:r>
          <a:r>
            <a:rPr lang="en-US" sz="1300" kern="1200" dirty="0" err="1"/>
            <a:t>achived</a:t>
          </a:r>
          <a:r>
            <a:rPr lang="en-US" sz="1300" kern="1200" dirty="0"/>
            <a:t> higher generalization performance due to convolutional feature extraction</a:t>
          </a:r>
        </a:p>
      </dsp:txBody>
      <dsp:txXfrm>
        <a:off x="25210" y="2707670"/>
        <a:ext cx="4160820" cy="466007"/>
      </dsp:txXfrm>
    </dsp:sp>
    <dsp:sp modelId="{E9764617-5E59-4044-A32D-6719ACB125CD}">
      <dsp:nvSpPr>
        <dsp:cNvPr id="0" name=""/>
        <dsp:cNvSpPr/>
      </dsp:nvSpPr>
      <dsp:spPr>
        <a:xfrm>
          <a:off x="0" y="3236327"/>
          <a:ext cx="4211240" cy="516427"/>
        </a:xfrm>
        <a:prstGeom prst="roundRect">
          <a:avLst/>
        </a:prstGeom>
        <a:solidFill>
          <a:schemeClr val="accent2">
            <a:hueOff val="1129012"/>
            <a:satOff val="-5527"/>
            <a:lumOff val="310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ANN performed adequately but lacked spatial awareness</a:t>
          </a:r>
        </a:p>
      </dsp:txBody>
      <dsp:txXfrm>
        <a:off x="25210" y="3261537"/>
        <a:ext cx="4160820" cy="466007"/>
      </dsp:txXfrm>
    </dsp:sp>
    <dsp:sp modelId="{B26F4D25-D197-4B8F-A25D-BA939240F1DB}">
      <dsp:nvSpPr>
        <dsp:cNvPr id="0" name=""/>
        <dsp:cNvSpPr/>
      </dsp:nvSpPr>
      <dsp:spPr>
        <a:xfrm>
          <a:off x="0" y="3790194"/>
          <a:ext cx="4211240" cy="516427"/>
        </a:xfrm>
        <a:prstGeom prst="round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Both models showed stable convergence with minimal overfitting</a:t>
          </a:r>
        </a:p>
      </dsp:txBody>
      <dsp:txXfrm>
        <a:off x="25210" y="3815404"/>
        <a:ext cx="4160820" cy="4660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EA648-F444-4D68-AB83-F830A5F57012}">
      <dsp:nvSpPr>
        <dsp:cNvPr id="0" name=""/>
        <dsp:cNvSpPr/>
      </dsp:nvSpPr>
      <dsp:spPr>
        <a:xfrm>
          <a:off x="0" y="415"/>
          <a:ext cx="817152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DB45F-488B-4EA3-B1F7-636199122F4D}">
      <dsp:nvSpPr>
        <dsp:cNvPr id="0" name=""/>
        <dsp:cNvSpPr/>
      </dsp:nvSpPr>
      <dsp:spPr>
        <a:xfrm>
          <a:off x="0" y="415"/>
          <a:ext cx="8171528" cy="6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Successfully implemented and compared ANN and CNN architectures.</a:t>
          </a:r>
        </a:p>
      </dsp:txBody>
      <dsp:txXfrm>
        <a:off x="0" y="415"/>
        <a:ext cx="8171528" cy="680689"/>
      </dsp:txXfrm>
    </dsp:sp>
    <dsp:sp modelId="{03420F00-CC45-4FE6-ADBE-BC8DF038C345}">
      <dsp:nvSpPr>
        <dsp:cNvPr id="0" name=""/>
        <dsp:cNvSpPr/>
      </dsp:nvSpPr>
      <dsp:spPr>
        <a:xfrm>
          <a:off x="0" y="681104"/>
          <a:ext cx="8171528" cy="0"/>
        </a:xfrm>
        <a:prstGeom prst="line">
          <a:avLst/>
        </a:prstGeom>
        <a:solidFill>
          <a:schemeClr val="accent5">
            <a:hueOff val="1827658"/>
            <a:satOff val="199"/>
            <a:lumOff val="0"/>
            <a:alphaOff val="0"/>
          </a:schemeClr>
        </a:solidFill>
        <a:ln w="19050" cap="rnd" cmpd="sng" algn="ctr">
          <a:solidFill>
            <a:schemeClr val="accent5">
              <a:hueOff val="1827658"/>
              <a:satOff val="199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E497E9-EF7A-4136-BABB-26C28C642544}">
      <dsp:nvSpPr>
        <dsp:cNvPr id="0" name=""/>
        <dsp:cNvSpPr/>
      </dsp:nvSpPr>
      <dsp:spPr>
        <a:xfrm>
          <a:off x="0" y="681104"/>
          <a:ext cx="8171528" cy="6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CNN achieved higher accuracy and better generalization.</a:t>
          </a:r>
        </a:p>
      </dsp:txBody>
      <dsp:txXfrm>
        <a:off x="0" y="681104"/>
        <a:ext cx="8171528" cy="680689"/>
      </dsp:txXfrm>
    </dsp:sp>
    <dsp:sp modelId="{2BECBBA1-5DE4-4398-8B67-E3F280FDF82A}">
      <dsp:nvSpPr>
        <dsp:cNvPr id="0" name=""/>
        <dsp:cNvSpPr/>
      </dsp:nvSpPr>
      <dsp:spPr>
        <a:xfrm>
          <a:off x="0" y="1361793"/>
          <a:ext cx="8171528" cy="0"/>
        </a:xfrm>
        <a:prstGeom prst="line">
          <a:avLst/>
        </a:prstGeom>
        <a:solidFill>
          <a:schemeClr val="accent5">
            <a:hueOff val="3655316"/>
            <a:satOff val="397"/>
            <a:lumOff val="-1"/>
            <a:alphaOff val="0"/>
          </a:schemeClr>
        </a:solidFill>
        <a:ln w="19050" cap="rnd" cmpd="sng" algn="ctr">
          <a:solidFill>
            <a:schemeClr val="accent5">
              <a:hueOff val="3655316"/>
              <a:satOff val="397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DE490-63CC-4E0A-98BE-D48E847C44B9}">
      <dsp:nvSpPr>
        <dsp:cNvPr id="0" name=""/>
        <dsp:cNvSpPr/>
      </dsp:nvSpPr>
      <dsp:spPr>
        <a:xfrm>
          <a:off x="0" y="1361793"/>
          <a:ext cx="8171528" cy="6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Demonstrated key concepts of neural network training and evaluation.</a:t>
          </a:r>
        </a:p>
      </dsp:txBody>
      <dsp:txXfrm>
        <a:off x="0" y="1361793"/>
        <a:ext cx="8171528" cy="680689"/>
      </dsp:txXfrm>
    </dsp:sp>
    <dsp:sp modelId="{27C6238C-C9EB-4F03-A2C4-A3AAF5321FEA}">
      <dsp:nvSpPr>
        <dsp:cNvPr id="0" name=""/>
        <dsp:cNvSpPr/>
      </dsp:nvSpPr>
      <dsp:spPr>
        <a:xfrm>
          <a:off x="0" y="2042483"/>
          <a:ext cx="8171528" cy="0"/>
        </a:xfrm>
        <a:prstGeom prst="line">
          <a:avLst/>
        </a:prstGeom>
        <a:solidFill>
          <a:schemeClr val="accent5">
            <a:hueOff val="5482974"/>
            <a:satOff val="596"/>
            <a:lumOff val="-1"/>
            <a:alphaOff val="0"/>
          </a:schemeClr>
        </a:solidFill>
        <a:ln w="19050" cap="rnd" cmpd="sng" algn="ctr">
          <a:solidFill>
            <a:schemeClr val="accent5">
              <a:hueOff val="5482974"/>
              <a:satOff val="596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9BBDE-2AAF-40CA-A7FF-CCC6D521365A}">
      <dsp:nvSpPr>
        <dsp:cNvPr id="0" name=""/>
        <dsp:cNvSpPr/>
      </dsp:nvSpPr>
      <dsp:spPr>
        <a:xfrm>
          <a:off x="0" y="2042483"/>
          <a:ext cx="8171528" cy="6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Learned insights into data preprocessing, model tuning, and analysis.</a:t>
          </a:r>
        </a:p>
      </dsp:txBody>
      <dsp:txXfrm>
        <a:off x="0" y="2042483"/>
        <a:ext cx="8171528" cy="680689"/>
      </dsp:txXfrm>
    </dsp:sp>
    <dsp:sp modelId="{E5C45D6F-AA51-47B4-BC5C-0D4829848672}">
      <dsp:nvSpPr>
        <dsp:cNvPr id="0" name=""/>
        <dsp:cNvSpPr/>
      </dsp:nvSpPr>
      <dsp:spPr>
        <a:xfrm>
          <a:off x="0" y="2723172"/>
          <a:ext cx="8171528" cy="0"/>
        </a:xfrm>
        <a:prstGeom prst="line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accent5">
              <a:hueOff val="7310632"/>
              <a:satOff val="795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021C0-6A9A-42E8-9634-62F7FBB11672}">
      <dsp:nvSpPr>
        <dsp:cNvPr id="0" name=""/>
        <dsp:cNvSpPr/>
      </dsp:nvSpPr>
      <dsp:spPr>
        <a:xfrm>
          <a:off x="0" y="2723172"/>
          <a:ext cx="8171528" cy="6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Both models trained </a:t>
          </a:r>
          <a:r>
            <a:rPr lang="en-US" sz="1900" kern="1200" dirty="0" err="1"/>
            <a:t>stabily</a:t>
          </a:r>
          <a:r>
            <a:rPr lang="en-US" sz="1900" kern="1200" dirty="0"/>
            <a:t> with consistent accuracy and loss </a:t>
          </a:r>
          <a:r>
            <a:rPr lang="en-US" sz="1900" kern="1200" dirty="0" err="1"/>
            <a:t>curves,confirming</a:t>
          </a:r>
          <a:r>
            <a:rPr lang="en-US" sz="1900" kern="1200" dirty="0"/>
            <a:t> robust learning </a:t>
          </a:r>
          <a:r>
            <a:rPr lang="en-US" sz="1900" kern="1200" dirty="0" err="1"/>
            <a:t>behaviour</a:t>
          </a:r>
          <a:r>
            <a:rPr lang="en-US" sz="1900" kern="1200" dirty="0"/>
            <a:t>.</a:t>
          </a:r>
        </a:p>
      </dsp:txBody>
      <dsp:txXfrm>
        <a:off x="0" y="2723172"/>
        <a:ext cx="8171528" cy="68068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59DE4-35DD-4FBF-BDB6-75E8A173968B}">
      <dsp:nvSpPr>
        <dsp:cNvPr id="0" name=""/>
        <dsp:cNvSpPr/>
      </dsp:nvSpPr>
      <dsp:spPr>
        <a:xfrm>
          <a:off x="0" y="0"/>
          <a:ext cx="81715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F0447-3272-424F-922C-FC4AB28E40F1}">
      <dsp:nvSpPr>
        <dsp:cNvPr id="0" name=""/>
        <dsp:cNvSpPr/>
      </dsp:nvSpPr>
      <dsp:spPr>
        <a:xfrm>
          <a:off x="0" y="0"/>
          <a:ext cx="8171528" cy="85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Implement data augmentation and dropout for improved generalization.</a:t>
          </a:r>
        </a:p>
      </dsp:txBody>
      <dsp:txXfrm>
        <a:off x="0" y="0"/>
        <a:ext cx="8171528" cy="851069"/>
      </dsp:txXfrm>
    </dsp:sp>
    <dsp:sp modelId="{C1725825-85A4-42E6-A64A-E212A7E09B6D}">
      <dsp:nvSpPr>
        <dsp:cNvPr id="0" name=""/>
        <dsp:cNvSpPr/>
      </dsp:nvSpPr>
      <dsp:spPr>
        <a:xfrm>
          <a:off x="0" y="851069"/>
          <a:ext cx="81715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16616-37A2-4E34-8EF0-68E6B0B8A6BC}">
      <dsp:nvSpPr>
        <dsp:cNvPr id="0" name=""/>
        <dsp:cNvSpPr/>
      </dsp:nvSpPr>
      <dsp:spPr>
        <a:xfrm>
          <a:off x="0" y="851069"/>
          <a:ext cx="8171528" cy="85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Experiment with deeper CNNs or transfer learning models (e.g., VGG16).</a:t>
          </a:r>
        </a:p>
      </dsp:txBody>
      <dsp:txXfrm>
        <a:off x="0" y="851069"/>
        <a:ext cx="8171528" cy="851069"/>
      </dsp:txXfrm>
    </dsp:sp>
    <dsp:sp modelId="{1E5D0B42-D575-4962-B5A4-E63601DB5C52}">
      <dsp:nvSpPr>
        <dsp:cNvPr id="0" name=""/>
        <dsp:cNvSpPr/>
      </dsp:nvSpPr>
      <dsp:spPr>
        <a:xfrm>
          <a:off x="0" y="1702138"/>
          <a:ext cx="81715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898433-B865-4AE6-8B18-04E2FD463B4A}">
      <dsp:nvSpPr>
        <dsp:cNvPr id="0" name=""/>
        <dsp:cNvSpPr/>
      </dsp:nvSpPr>
      <dsp:spPr>
        <a:xfrm>
          <a:off x="0" y="1702138"/>
          <a:ext cx="8171528" cy="85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Acknowledgments: TensorFlow/Keras, Scikit-learn, Matplotlib.</a:t>
          </a:r>
        </a:p>
      </dsp:txBody>
      <dsp:txXfrm>
        <a:off x="0" y="1702138"/>
        <a:ext cx="8171528" cy="851069"/>
      </dsp:txXfrm>
    </dsp:sp>
    <dsp:sp modelId="{FAD773F0-FE28-48C2-9E01-5775335FC1EB}">
      <dsp:nvSpPr>
        <dsp:cNvPr id="0" name=""/>
        <dsp:cNvSpPr/>
      </dsp:nvSpPr>
      <dsp:spPr>
        <a:xfrm>
          <a:off x="0" y="2553207"/>
          <a:ext cx="81715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E2DF7-5E62-464A-8DEE-DB7B467E21D0}">
      <dsp:nvSpPr>
        <dsp:cNvPr id="0" name=""/>
        <dsp:cNvSpPr/>
      </dsp:nvSpPr>
      <dsp:spPr>
        <a:xfrm>
          <a:off x="0" y="2553207"/>
          <a:ext cx="8171528" cy="85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Thank you for your attention.</a:t>
          </a:r>
        </a:p>
      </dsp:txBody>
      <dsp:txXfrm>
        <a:off x="0" y="2553207"/>
        <a:ext cx="8171528" cy="8510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76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45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1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2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82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7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74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7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06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5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34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7016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36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23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75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80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8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038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4FA10D-5116-47B4-A70E-776435251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2718AAE-52B9-4DD9-9D83-A9C975C9D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22657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49FF39B1-9689-44AE-A803-7B90A059D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82363" cy="6858001"/>
          </a:xfrm>
          <a:custGeom>
            <a:avLst/>
            <a:gdLst>
              <a:gd name="connsiteX0" fmla="*/ 7031769 w 8376484"/>
              <a:gd name="connsiteY0" fmla="*/ 0 h 6858001"/>
              <a:gd name="connsiteX1" fmla="*/ 8375307 w 8376484"/>
              <a:gd name="connsiteY1" fmla="*/ 0 h 6858001"/>
              <a:gd name="connsiteX2" fmla="*/ 8350262 w 8376484"/>
              <a:gd name="connsiteY2" fmla="*/ 155677 h 6858001"/>
              <a:gd name="connsiteX3" fmla="*/ 8326393 w 8376484"/>
              <a:gd name="connsiteY3" fmla="*/ 310668 h 6858001"/>
              <a:gd name="connsiteX4" fmla="*/ 8303029 w 8376484"/>
              <a:gd name="connsiteY4" fmla="*/ 466344 h 6858001"/>
              <a:gd name="connsiteX5" fmla="*/ 8283026 w 8376484"/>
              <a:gd name="connsiteY5" fmla="*/ 622707 h 6858001"/>
              <a:gd name="connsiteX6" fmla="*/ 8262855 w 8376484"/>
              <a:gd name="connsiteY6" fmla="*/ 778383 h 6858001"/>
              <a:gd name="connsiteX7" fmla="*/ 8244029 w 8376484"/>
              <a:gd name="connsiteY7" fmla="*/ 934746 h 6858001"/>
              <a:gd name="connsiteX8" fmla="*/ 8227893 w 8376484"/>
              <a:gd name="connsiteY8" fmla="*/ 1089051 h 6858001"/>
              <a:gd name="connsiteX9" fmla="*/ 8212597 w 8376484"/>
              <a:gd name="connsiteY9" fmla="*/ 1245413 h 6858001"/>
              <a:gd name="connsiteX10" fmla="*/ 8198645 w 8376484"/>
              <a:gd name="connsiteY10" fmla="*/ 1401090 h 6858001"/>
              <a:gd name="connsiteX11" fmla="*/ 8186543 w 8376484"/>
              <a:gd name="connsiteY11" fmla="*/ 1554023 h 6858001"/>
              <a:gd name="connsiteX12" fmla="*/ 8174440 w 8376484"/>
              <a:gd name="connsiteY12" fmla="*/ 1709014 h 6858001"/>
              <a:gd name="connsiteX13" fmla="*/ 8164355 w 8376484"/>
              <a:gd name="connsiteY13" fmla="*/ 1861947 h 6858001"/>
              <a:gd name="connsiteX14" fmla="*/ 8156455 w 8376484"/>
              <a:gd name="connsiteY14" fmla="*/ 2014881 h 6858001"/>
              <a:gd name="connsiteX15" fmla="*/ 8148218 w 8376484"/>
              <a:gd name="connsiteY15" fmla="*/ 2167128 h 6858001"/>
              <a:gd name="connsiteX16" fmla="*/ 8141327 w 8376484"/>
              <a:gd name="connsiteY16" fmla="*/ 2318004 h 6858001"/>
              <a:gd name="connsiteX17" fmla="*/ 8136452 w 8376484"/>
              <a:gd name="connsiteY17" fmla="*/ 2467509 h 6858001"/>
              <a:gd name="connsiteX18" fmla="*/ 8132250 w 8376484"/>
              <a:gd name="connsiteY18" fmla="*/ 2617013 h 6858001"/>
              <a:gd name="connsiteX19" fmla="*/ 8128216 w 8376484"/>
              <a:gd name="connsiteY19" fmla="*/ 2765146 h 6858001"/>
              <a:gd name="connsiteX20" fmla="*/ 8126367 w 8376484"/>
              <a:gd name="connsiteY20" fmla="*/ 2911221 h 6858001"/>
              <a:gd name="connsiteX21" fmla="*/ 8124350 w 8376484"/>
              <a:gd name="connsiteY21" fmla="*/ 3057297 h 6858001"/>
              <a:gd name="connsiteX22" fmla="*/ 8123341 w 8376484"/>
              <a:gd name="connsiteY22" fmla="*/ 3201315 h 6858001"/>
              <a:gd name="connsiteX23" fmla="*/ 8124350 w 8376484"/>
              <a:gd name="connsiteY23" fmla="*/ 3343961 h 6858001"/>
              <a:gd name="connsiteX24" fmla="*/ 8124350 w 8376484"/>
              <a:gd name="connsiteY24" fmla="*/ 3485236 h 6858001"/>
              <a:gd name="connsiteX25" fmla="*/ 8126367 w 8376484"/>
              <a:gd name="connsiteY25" fmla="*/ 3625139 h 6858001"/>
              <a:gd name="connsiteX26" fmla="*/ 8129392 w 8376484"/>
              <a:gd name="connsiteY26" fmla="*/ 3762299 h 6858001"/>
              <a:gd name="connsiteX27" fmla="*/ 8132250 w 8376484"/>
              <a:gd name="connsiteY27" fmla="*/ 3898087 h 6858001"/>
              <a:gd name="connsiteX28" fmla="*/ 8135444 w 8376484"/>
              <a:gd name="connsiteY28" fmla="*/ 4031133 h 6858001"/>
              <a:gd name="connsiteX29" fmla="*/ 8140318 w 8376484"/>
              <a:gd name="connsiteY29" fmla="*/ 4163492 h 6858001"/>
              <a:gd name="connsiteX30" fmla="*/ 8145529 w 8376484"/>
              <a:gd name="connsiteY30" fmla="*/ 4293793 h 6858001"/>
              <a:gd name="connsiteX31" fmla="*/ 8150235 w 8376484"/>
              <a:gd name="connsiteY31" fmla="*/ 4421352 h 6858001"/>
              <a:gd name="connsiteX32" fmla="*/ 8163515 w 8376484"/>
              <a:gd name="connsiteY32" fmla="*/ 4670298 h 6858001"/>
              <a:gd name="connsiteX33" fmla="*/ 8177634 w 8376484"/>
              <a:gd name="connsiteY33" fmla="*/ 4908956 h 6858001"/>
              <a:gd name="connsiteX34" fmla="*/ 8192426 w 8376484"/>
              <a:gd name="connsiteY34" fmla="*/ 5138013 h 6858001"/>
              <a:gd name="connsiteX35" fmla="*/ 8208731 w 8376484"/>
              <a:gd name="connsiteY35" fmla="*/ 5354726 h 6858001"/>
              <a:gd name="connsiteX36" fmla="*/ 8225708 w 8376484"/>
              <a:gd name="connsiteY36" fmla="*/ 5561838 h 6858001"/>
              <a:gd name="connsiteX37" fmla="*/ 8244029 w 8376484"/>
              <a:gd name="connsiteY37" fmla="*/ 5753862 h 6858001"/>
              <a:gd name="connsiteX38" fmla="*/ 8262015 w 8376484"/>
              <a:gd name="connsiteY38" fmla="*/ 5934227 h 6858001"/>
              <a:gd name="connsiteX39" fmla="*/ 8280000 w 8376484"/>
              <a:gd name="connsiteY39" fmla="*/ 6100191 h 6858001"/>
              <a:gd name="connsiteX40" fmla="*/ 8296977 w 8376484"/>
              <a:gd name="connsiteY40" fmla="*/ 6252438 h 6858001"/>
              <a:gd name="connsiteX41" fmla="*/ 8313114 w 8376484"/>
              <a:gd name="connsiteY41" fmla="*/ 6387541 h 6858001"/>
              <a:gd name="connsiteX42" fmla="*/ 8328410 w 8376484"/>
              <a:gd name="connsiteY42" fmla="*/ 6509613 h 6858001"/>
              <a:gd name="connsiteX43" fmla="*/ 8341185 w 8376484"/>
              <a:gd name="connsiteY43" fmla="*/ 6612483 h 6858001"/>
              <a:gd name="connsiteX44" fmla="*/ 8353287 w 8376484"/>
              <a:gd name="connsiteY44" fmla="*/ 6698894 h 6858001"/>
              <a:gd name="connsiteX45" fmla="*/ 8370601 w 8376484"/>
              <a:gd name="connsiteY45" fmla="*/ 6817538 h 6858001"/>
              <a:gd name="connsiteX46" fmla="*/ 8376484 w 8376484"/>
              <a:gd name="connsiteY46" fmla="*/ 6858000 h 6858001"/>
              <a:gd name="connsiteX47" fmla="*/ 7471130 w 8376484"/>
              <a:gd name="connsiteY47" fmla="*/ 6858000 h 6858001"/>
              <a:gd name="connsiteX48" fmla="*/ 7471130 w 8376484"/>
              <a:gd name="connsiteY48" fmla="*/ 6858001 h 6858001"/>
              <a:gd name="connsiteX49" fmla="*/ 1380566 w 8376484"/>
              <a:gd name="connsiteY49" fmla="*/ 6858001 h 6858001"/>
              <a:gd name="connsiteX50" fmla="*/ 1380566 w 8376484"/>
              <a:gd name="connsiteY50" fmla="*/ 6858000 h 6858001"/>
              <a:gd name="connsiteX51" fmla="*/ 0 w 8376484"/>
              <a:gd name="connsiteY51" fmla="*/ 6858000 h 6858001"/>
              <a:gd name="connsiteX52" fmla="*/ 0 w 8376484"/>
              <a:gd name="connsiteY52" fmla="*/ 0 h 6858001"/>
              <a:gd name="connsiteX53" fmla="*/ 1917290 w 8376484"/>
              <a:gd name="connsiteY53" fmla="*/ 0 h 6858001"/>
              <a:gd name="connsiteX54" fmla="*/ 1917290 w 8376484"/>
              <a:gd name="connsiteY54" fmla="*/ 1 h 6858001"/>
              <a:gd name="connsiteX55" fmla="*/ 7031769 w 8376484"/>
              <a:gd name="connsiteY5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376484" h="6858001">
                <a:moveTo>
                  <a:pt x="7031769" y="0"/>
                </a:moveTo>
                <a:lnTo>
                  <a:pt x="8375307" y="0"/>
                </a:lnTo>
                <a:lnTo>
                  <a:pt x="8350262" y="155677"/>
                </a:lnTo>
                <a:lnTo>
                  <a:pt x="8326393" y="310668"/>
                </a:lnTo>
                <a:lnTo>
                  <a:pt x="8303029" y="466344"/>
                </a:lnTo>
                <a:lnTo>
                  <a:pt x="8283026" y="622707"/>
                </a:lnTo>
                <a:lnTo>
                  <a:pt x="8262855" y="778383"/>
                </a:lnTo>
                <a:lnTo>
                  <a:pt x="8244029" y="934746"/>
                </a:lnTo>
                <a:lnTo>
                  <a:pt x="8227893" y="1089051"/>
                </a:lnTo>
                <a:lnTo>
                  <a:pt x="8212597" y="1245413"/>
                </a:lnTo>
                <a:lnTo>
                  <a:pt x="8198645" y="1401090"/>
                </a:lnTo>
                <a:lnTo>
                  <a:pt x="8186543" y="1554023"/>
                </a:lnTo>
                <a:lnTo>
                  <a:pt x="8174440" y="1709014"/>
                </a:lnTo>
                <a:lnTo>
                  <a:pt x="8164355" y="1861947"/>
                </a:lnTo>
                <a:lnTo>
                  <a:pt x="8156455" y="2014881"/>
                </a:lnTo>
                <a:lnTo>
                  <a:pt x="8148218" y="2167128"/>
                </a:lnTo>
                <a:lnTo>
                  <a:pt x="8141327" y="2318004"/>
                </a:lnTo>
                <a:lnTo>
                  <a:pt x="8136452" y="2467509"/>
                </a:lnTo>
                <a:lnTo>
                  <a:pt x="8132250" y="2617013"/>
                </a:lnTo>
                <a:lnTo>
                  <a:pt x="8128216" y="2765146"/>
                </a:lnTo>
                <a:lnTo>
                  <a:pt x="8126367" y="2911221"/>
                </a:lnTo>
                <a:lnTo>
                  <a:pt x="8124350" y="3057297"/>
                </a:lnTo>
                <a:lnTo>
                  <a:pt x="8123341" y="3201315"/>
                </a:lnTo>
                <a:lnTo>
                  <a:pt x="8124350" y="3343961"/>
                </a:lnTo>
                <a:lnTo>
                  <a:pt x="8124350" y="3485236"/>
                </a:lnTo>
                <a:lnTo>
                  <a:pt x="8126367" y="3625139"/>
                </a:lnTo>
                <a:lnTo>
                  <a:pt x="8129392" y="3762299"/>
                </a:lnTo>
                <a:lnTo>
                  <a:pt x="8132250" y="3898087"/>
                </a:lnTo>
                <a:lnTo>
                  <a:pt x="8135444" y="4031133"/>
                </a:lnTo>
                <a:lnTo>
                  <a:pt x="8140318" y="4163492"/>
                </a:lnTo>
                <a:lnTo>
                  <a:pt x="8145529" y="4293793"/>
                </a:lnTo>
                <a:lnTo>
                  <a:pt x="8150235" y="4421352"/>
                </a:lnTo>
                <a:lnTo>
                  <a:pt x="8163515" y="4670298"/>
                </a:lnTo>
                <a:lnTo>
                  <a:pt x="8177634" y="4908956"/>
                </a:lnTo>
                <a:lnTo>
                  <a:pt x="8192426" y="5138013"/>
                </a:lnTo>
                <a:lnTo>
                  <a:pt x="8208731" y="5354726"/>
                </a:lnTo>
                <a:lnTo>
                  <a:pt x="8225708" y="5561838"/>
                </a:lnTo>
                <a:lnTo>
                  <a:pt x="8244029" y="5753862"/>
                </a:lnTo>
                <a:lnTo>
                  <a:pt x="8262015" y="5934227"/>
                </a:lnTo>
                <a:lnTo>
                  <a:pt x="8280000" y="6100191"/>
                </a:lnTo>
                <a:lnTo>
                  <a:pt x="8296977" y="6252438"/>
                </a:lnTo>
                <a:lnTo>
                  <a:pt x="8313114" y="6387541"/>
                </a:lnTo>
                <a:lnTo>
                  <a:pt x="8328410" y="6509613"/>
                </a:lnTo>
                <a:lnTo>
                  <a:pt x="8341185" y="6612483"/>
                </a:lnTo>
                <a:lnTo>
                  <a:pt x="8353287" y="6698894"/>
                </a:lnTo>
                <a:lnTo>
                  <a:pt x="8370601" y="6817538"/>
                </a:lnTo>
                <a:lnTo>
                  <a:pt x="8376484" y="6858000"/>
                </a:lnTo>
                <a:lnTo>
                  <a:pt x="7471130" y="6858000"/>
                </a:lnTo>
                <a:lnTo>
                  <a:pt x="7471130" y="6858001"/>
                </a:lnTo>
                <a:lnTo>
                  <a:pt x="1380566" y="6858001"/>
                </a:lnTo>
                <a:lnTo>
                  <a:pt x="1380566" y="6858000"/>
                </a:lnTo>
                <a:lnTo>
                  <a:pt x="0" y="6858000"/>
                </a:lnTo>
                <a:lnTo>
                  <a:pt x="0" y="0"/>
                </a:lnTo>
                <a:lnTo>
                  <a:pt x="1917290" y="0"/>
                </a:lnTo>
                <a:lnTo>
                  <a:pt x="1917290" y="1"/>
                </a:lnTo>
                <a:lnTo>
                  <a:pt x="7031769" y="1"/>
                </a:lnTo>
                <a:close/>
              </a:path>
            </a:pathLst>
          </a:custGeom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74A888-48BE-4604-BB14-E6C5E9D0F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7423" y="938953"/>
            <a:ext cx="4972607" cy="4980094"/>
          </a:xfrm>
        </p:spPr>
        <p:txBody>
          <a:bodyPr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sz="5600"/>
              <a:t>Fashion-MNIST Classification Using Neural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261" y="1317171"/>
            <a:ext cx="2154731" cy="4223658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chemeClr val="bg2"/>
                </a:solidFill>
              </a:rPr>
              <a:t>Satya Abhishek Kasukurti | Student ID: P2895904</a:t>
            </a:r>
          </a:p>
          <a:p>
            <a:r>
              <a:rPr lang="en-IN">
                <a:solidFill>
                  <a:schemeClr val="bg2"/>
                </a:solidFill>
              </a:rPr>
              <a:t>MSc Artificial Intelligence | Module: Neural Networks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IN" sz="2800">
                <a:solidFill>
                  <a:srgbClr val="F2F2F2"/>
                </a:solidFill>
              </a:rPr>
              <a:t>Introduction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BBA3CC-41B5-75B2-B7E0-5B491F77B8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1333193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Objectives / Goals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7BDE78-621A-0F0F-CB78-ECB9FA007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3895962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IN" sz="2400">
                <a:solidFill>
                  <a:srgbClr val="F2F2F2"/>
                </a:solidFill>
              </a:rPr>
              <a:t>Methodology / Approach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3539A2-1E04-153C-9D81-C53D686CB3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009885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IN" sz="2800">
                <a:solidFill>
                  <a:srgbClr val="F2F2F2"/>
                </a:solidFill>
              </a:rPr>
              <a:t>Data / Materials / Inputs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504DEE-53AE-363E-F869-991814FE29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283750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Implementation / 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D222DA-3829-01F1-222E-30F94D89D4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40381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IN" sz="2800">
                <a:solidFill>
                  <a:srgbClr val="F2F2F2"/>
                </a:solidFill>
              </a:rPr>
              <a:t>Results / Findings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1466F7-875A-C172-C872-16BED8C37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6518933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1530DCFF-08F5-434A-A0D5-F3E89407A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4011A3A-9884-40BF-94F6-0625A0ADD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6573690-978D-48A4-8645-0E01F8211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4B84446-184D-45CE-9532-48179EAE5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9229660-8639-44E7-B486-7436516E6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58084FA-40DB-44FC-94DA-93AA71CD6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3B8829-7364-5F12-CCC8-EDFCB9A9B82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796" r="18985" b="3"/>
          <a:stretch>
            <a:fillRect/>
          </a:stretch>
        </p:blipFill>
        <p:spPr>
          <a:xfrm>
            <a:off x="455886" y="609600"/>
            <a:ext cx="2548280" cy="27439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EA6E2A-1A12-D2EC-6FD0-C378232B9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rcRect l="10933" r="23097" b="-1"/>
          <a:stretch>
            <a:fillRect/>
          </a:stretch>
        </p:blipFill>
        <p:spPr>
          <a:xfrm>
            <a:off x="3117323" y="609601"/>
            <a:ext cx="2548280" cy="27439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037212-5971-C2C1-1AAA-09B82671ABE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5067" r="25499" b="4"/>
          <a:stretch>
            <a:fillRect/>
          </a:stretch>
        </p:blipFill>
        <p:spPr>
          <a:xfrm>
            <a:off x="455886" y="3504436"/>
            <a:ext cx="2548280" cy="27439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03DEAFD-8464-0E22-B606-1DBDC53A180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528" r="29409" b="-3"/>
          <a:stretch>
            <a:fillRect/>
          </a:stretch>
        </p:blipFill>
        <p:spPr>
          <a:xfrm>
            <a:off x="3117323" y="3504436"/>
            <a:ext cx="2548280" cy="274396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8444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D8B4B7-B541-E4EF-A145-11E10560E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776" y="1726553"/>
            <a:ext cx="3847338" cy="340489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ED6EC1-5AD4-05E7-CA4A-90A0DEDB0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0885" y="1760217"/>
            <a:ext cx="3847338" cy="333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56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IN" sz="2900">
                <a:solidFill>
                  <a:srgbClr val="F2F2F2"/>
                </a:solidFill>
              </a:rPr>
              <a:t>Discussion / Interpretation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A621D1-53DE-5853-1A11-CF6C14A3EC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3123069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Conclusion / 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6BD1F7-F55B-AD90-D3F2-9E278524E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917123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300">
                <a:solidFill>
                  <a:srgbClr val="EBEBEB"/>
                </a:solidFill>
              </a:rPr>
              <a:t>Future Work / Acknowledgments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2DB581-32E9-A740-0E05-42BE74EE42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9430321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534</TotalTime>
  <Words>476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Fashion-MNIST Classification Using Neural Networks</vt:lpstr>
      <vt:lpstr>Introduction</vt:lpstr>
      <vt:lpstr>Objectives / Goals</vt:lpstr>
      <vt:lpstr>Methodology / Approach</vt:lpstr>
      <vt:lpstr>Data / Materials / Inputs</vt:lpstr>
      <vt:lpstr>Implementation / Process</vt:lpstr>
      <vt:lpstr>Results / Findings</vt:lpstr>
      <vt:lpstr>PowerPoint Presentation</vt:lpstr>
      <vt:lpstr>PowerPoint Presentation</vt:lpstr>
      <vt:lpstr>Discussion / Interpretation</vt:lpstr>
      <vt:lpstr>Conclusion / Summary</vt:lpstr>
      <vt:lpstr>Future Work / 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 abhishek kasukurti</cp:lastModifiedBy>
  <cp:revision>5</cp:revision>
  <dcterms:created xsi:type="dcterms:W3CDTF">2013-01-27T09:14:16Z</dcterms:created>
  <dcterms:modified xsi:type="dcterms:W3CDTF">2025-11-04T21:07:03Z</dcterms:modified>
  <cp:category/>
</cp:coreProperties>
</file>